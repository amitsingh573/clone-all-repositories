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6BCD-C471-3166-624F-47A400D0F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8BF34-2BB5-32E6-D1F8-1B3928A0F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1BA22-5B83-64BB-ECBB-021ADD82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52AE-18DD-6E50-57E7-568A272D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A347-C032-2716-55BE-189E2812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7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7EE2-9372-E501-1629-117F6D1C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EB43-9CFB-F2D0-7E04-68D9E9E5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0A7F-7DA4-89D4-17F2-D4F46603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1E5BA-3B82-231B-6ADF-75B6A3BA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64356-AA17-9E72-0AFF-CB702322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65D5-2366-2A0F-A46E-D02BD062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D3CFB-1605-86A4-561B-655752DEC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5B2E4-1D2B-DD29-11D5-CEB3A061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A5D99-F7DB-EB22-4742-60EFA862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D3EF1-7F9E-67FB-1953-AD5A4065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8689-655F-6528-26F3-541B188D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DEF4-DE49-7A3B-6660-F91597E24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1CEE6-6DCC-E9EF-07C4-892149993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3E2C0-A6FE-1251-5F08-22E27F40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30C62-E15E-94FB-E3A0-E7383CEC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FA24B-8274-4892-2CC5-19635ED7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DA90-2850-931D-FB15-D4D85A8A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0A551-2583-EECA-2FB1-5778DA91E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634AD-1203-0DA6-A543-DBBEA63E4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D769B-5419-B8C2-7C08-40DD52679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71EBB-D2C8-18B0-F42A-C90F26EA1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BF87F-8B3C-ADED-940B-630C9662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F53EDB-C71D-458D-F00D-F4FE16D7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9BB8E-571C-EE47-BE31-547924F2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0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BFA9-9BA5-F895-29FF-46E3B309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C45A2-7BBD-73FA-FB8B-45DEC704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FED76-5578-40A8-9FC9-6ECAD9B8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7E9CA-774B-729C-580E-BDDC5FBB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3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4935D-1930-3286-05E9-34571962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A566F-FD47-B087-3720-204A79B2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CAB8-6CE3-DF30-FA3F-DB3E85A3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9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516C-2A65-1C47-326F-2D6CFC1FF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D15-FD77-AE63-D1F2-97A6BE9C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35C6A-3132-1C95-52B8-10F5C0D98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3587A-F3CC-E87A-E11D-C925CC1E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2A4F4-4AA9-1E1B-6044-F147B0F0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8DAFC-2A51-8A92-F637-E4D77183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7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1434-3D56-12D9-0A8B-5ADDC703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857518-0A52-6D33-7F2E-78FB318C9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62E3F-FBD6-8ED0-8212-91D828A02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3BC10-B720-8891-0ADE-48E3C535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7ADE3-08F4-4A82-12F3-1A1129EC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81ED0-FDA5-2E6E-0998-B6946BB6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8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AA87-C916-0767-2177-C41C9971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D6168-1354-FDA9-AF4A-427A7C381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7F6C-5CAB-6390-2FF0-AA3BF523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136FB-2D6B-4197-853A-BE5D97CD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B0EB-6E5C-6833-CCB6-65A3D398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9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89CE2-BAAB-2942-38CD-032947918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BB0F8-1AE6-E2D9-7DB0-FDAB435A3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A48C2-3E2D-DC83-FA18-BF1E2498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19C88-9C8C-303F-EB00-E456E78B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DB34F-1E7C-7C99-844C-123D77AB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BFF4F-5AF9-5ABB-1313-1D35A7CE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B3BDF-1E4F-B75D-0FA1-5B476591A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AE292-60A7-83D4-AE60-DD5D394E36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47644-E66F-444D-BE39-47266F189780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FE9C1-74A7-A0EE-49F8-BE13EDEE8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82FB-6475-8A15-6AA6-3DF31292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01D1-2834-9D4A-9EC8-8A3AC595E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2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F2CF-8B95-85AC-1649-684DA2D59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I will assume you mean “full body restore” as in health recovery: feeling fresh, strong, and reset (not data restore).</a:t>
            </a:r>
            <a:br>
              <a:rPr lang="en-IN"/>
            </a:br>
            <a:r>
              <a:rPr lang="en-IN"/>
              <a:t>Below is a practical, safe framework you can follow.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64172-1843-543B-34E9-F85A8B0C7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857" y="3961267"/>
            <a:ext cx="9144000" cy="1655762"/>
          </a:xfrm>
        </p:spPr>
        <p:txBody>
          <a:bodyPr/>
          <a:lstStyle/>
          <a:p>
            <a:r>
              <a:rPr lang="en-IN" b="1"/>
              <a:t>1. First priority: Sleep reset (7–9 hours)</a:t>
            </a:r>
          </a:p>
        </p:txBody>
      </p:sp>
    </p:spTree>
    <p:extLst>
      <p:ext uri="{BB962C8B-B14F-4D97-AF65-F5344CB8AC3E}">
        <p14:creationId xmlns:p14="http://schemas.microsoft.com/office/powerpoint/2010/main" val="410570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CA7F-95C1-0667-EBDB-132E9C2C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1. First priority: Sleep reset (7–9 hours)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DAC22-E244-DB34-D75E-F82DED2E0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/>
              <a:t>Fix timing:</a:t>
            </a:r>
          </a:p>
          <a:p>
            <a:r>
              <a:rPr lang="en-IN"/>
              <a:t>Choose one fixed sleep time and wake time (e.g., 11 PM–7 AM) and stick to it daily.</a:t>
            </a:r>
          </a:p>
          <a:p>
            <a:r>
              <a:rPr lang="en-IN"/>
              <a:t>Sleep rules:</a:t>
            </a:r>
          </a:p>
          <a:p>
            <a:r>
              <a:rPr lang="en-IN"/>
              <a:t>No screens 30–45 minutes before bed.</a:t>
            </a:r>
          </a:p>
          <a:p>
            <a:r>
              <a:rPr lang="en-IN"/>
              <a:t>Room dark, quiet, cool.</a:t>
            </a:r>
          </a:p>
          <a:p>
            <a:r>
              <a:rPr lang="en-IN"/>
              <a:t>Heavy meals, caffeine, and smoking: avoid 3 hours before bed.</a:t>
            </a:r>
          </a:p>
          <a:p>
            <a:r>
              <a:rPr lang="en-IN"/>
              <a:t>Small habits:</a:t>
            </a:r>
          </a:p>
          <a:p>
            <a:r>
              <a:rPr lang="en-IN"/>
              <a:t>5–10 minutes of slow breathing before sleep (inhale 4 sec, exhale 6 sec).</a:t>
            </a:r>
          </a:p>
          <a:p>
            <a:r>
              <a:rPr lang="en-IN"/>
              <a:t>If you can, get 10–20 minutes of morning sunlight.</a:t>
            </a:r>
          </a:p>
        </p:txBody>
      </p:sp>
    </p:spTree>
    <p:extLst>
      <p:ext uri="{BB962C8B-B14F-4D97-AF65-F5344CB8AC3E}">
        <p14:creationId xmlns:p14="http://schemas.microsoft.com/office/powerpoint/2010/main" val="45491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D9AB-1137-C2C7-42BF-D203F484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2. Full-body nutrition clean-up (30 days)</a:t>
            </a:r>
            <a:br>
              <a:rPr lang="en-IN" dirty="0"/>
            </a:br>
            <a:r>
              <a:rPr lang="en-IN" b="1" dirty="0"/>
              <a:t>Remove / 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0F112-511E-6A1B-B192-01C6EED8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/>
              <a:t>Packaged junk food, deep-fried snacks, sugary drinks.</a:t>
            </a:r>
          </a:p>
          <a:p>
            <a:r>
              <a:rPr lang="en-IN"/>
              <a:t>Excess alcohol and smoking.</a:t>
            </a:r>
          </a:p>
          <a:p>
            <a:r>
              <a:rPr lang="en-IN"/>
              <a:t>Very late-night heavy meals.</a:t>
            </a:r>
          </a:p>
          <a:p>
            <a:br>
              <a:rPr lang="en-IN"/>
            </a:br>
            <a:endParaRPr lang="en-IN"/>
          </a:p>
          <a:p>
            <a:r>
              <a:rPr lang="en-IN" b="1"/>
              <a:t>Add</a:t>
            </a:r>
          </a:p>
          <a:p>
            <a:r>
              <a:rPr lang="en-IN"/>
              <a:t>Protein each meal: dal, chana, rajma, paneer, dahi, eggs, chicken, fish.</a:t>
            </a:r>
          </a:p>
          <a:p>
            <a:r>
              <a:rPr lang="en-IN"/>
              <a:t>Color on plate: 2–3 types of vegetables daily (sabzi, salad).</a:t>
            </a:r>
          </a:p>
          <a:p>
            <a:r>
              <a:rPr lang="en-IN"/>
              <a:t>Good carbs: roti, rice, millets (ragi, jowar, bajra), oats.</a:t>
            </a:r>
          </a:p>
          <a:p>
            <a:r>
              <a:rPr lang="en-IN"/>
              <a:t>Good fats: almonds, walnuts, peanuts, seeds, a little ghee.</a:t>
            </a:r>
          </a:p>
          <a:p>
            <a:br>
              <a:rPr lang="en-IN"/>
            </a:br>
            <a:endParaRPr lang="en-IN"/>
          </a:p>
          <a:p>
            <a:r>
              <a:rPr lang="en-IN" b="1"/>
              <a:t>Hydration</a:t>
            </a:r>
          </a:p>
          <a:p>
            <a:r>
              <a:rPr lang="en-IN"/>
              <a:t>2–3 liters water per day (sip throughout the day).</a:t>
            </a:r>
          </a:p>
          <a:p>
            <a:r>
              <a:rPr lang="en-IN"/>
              <a:t>Limit tea/coffee to 1–2 cups; avoid strong coffee after 4 PM.</a:t>
            </a:r>
          </a:p>
        </p:txBody>
      </p:sp>
    </p:spTree>
    <p:extLst>
      <p:ext uri="{BB962C8B-B14F-4D97-AF65-F5344CB8AC3E}">
        <p14:creationId xmlns:p14="http://schemas.microsoft.com/office/powerpoint/2010/main" val="338527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E83D0-2DC9-AEEF-4AA1-CBDDA88E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3. Movement plan: Full-body restore (strength + flexibility)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D72B4-89A5-8B48-F087-EE2472CC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b="1"/>
              <a:t>If you are beginner / low energy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Daily (6 days per week):</a:t>
            </a:r>
          </a:p>
          <a:p>
            <a:r>
              <a:rPr lang="en-IN"/>
              <a:t>20–30 min brisk walk.</a:t>
            </a:r>
          </a:p>
          <a:p>
            <a:r>
              <a:rPr lang="en-IN"/>
              <a:t>5–10 min very light stretching (neck, shoulders, back, hips, legs).</a:t>
            </a:r>
          </a:p>
          <a:p>
            <a:br>
              <a:rPr lang="en-IN"/>
            </a:br>
            <a:endParaRPr lang="en-IN"/>
          </a:p>
          <a:p>
            <a:r>
              <a:rPr lang="en-IN" b="1"/>
              <a:t>If you already do workouts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3–4 days/week:</a:t>
            </a:r>
          </a:p>
          <a:p>
            <a:r>
              <a:rPr lang="en-IN"/>
              <a:t>Full-body strength:</a:t>
            </a:r>
          </a:p>
          <a:p>
            <a:r>
              <a:rPr lang="en-IN"/>
              <a:t>Squats / chair squats</a:t>
            </a:r>
          </a:p>
          <a:p>
            <a:r>
              <a:rPr lang="en-IN"/>
              <a:t>Push-ups (wall or knee push-ups if needed)</a:t>
            </a:r>
          </a:p>
          <a:p>
            <a:r>
              <a:rPr lang="en-IN"/>
              <a:t>Hip hinge (deadlift style with light weight)</a:t>
            </a:r>
          </a:p>
          <a:p>
            <a:r>
              <a:rPr lang="en-IN"/>
              <a:t>Rows (resistance band or dumbbell)</a:t>
            </a:r>
          </a:p>
          <a:p>
            <a:r>
              <a:rPr lang="en-IN"/>
              <a:t>Plank (10–30 seconds x 3)</a:t>
            </a:r>
          </a:p>
          <a:p>
            <a:r>
              <a:rPr lang="en-IN"/>
              <a:t>2–3 days/week:</a:t>
            </a:r>
          </a:p>
          <a:p>
            <a:r>
              <a:rPr lang="en-IN"/>
              <a:t>Cardio: brisk walk, light jog, cycling, or skipping (15–30 minutes).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Always:</a:t>
            </a:r>
          </a:p>
          <a:p>
            <a:r>
              <a:rPr lang="en-IN"/>
              <a:t>5–10 minutes warm-up.</a:t>
            </a:r>
          </a:p>
          <a:p>
            <a:r>
              <a:rPr lang="en-IN"/>
              <a:t>5–10 minutes cool-down/stretching.</a:t>
            </a:r>
          </a:p>
        </p:txBody>
      </p:sp>
    </p:spTree>
    <p:extLst>
      <p:ext uri="{BB962C8B-B14F-4D97-AF65-F5344CB8AC3E}">
        <p14:creationId xmlns:p14="http://schemas.microsoft.com/office/powerpoint/2010/main" val="183190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D5C-63CF-584D-0BEF-860A4866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4. Nervous system reset (mind–body balance)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C3BE4-CA01-3A89-463A-DA663EFB0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Daily 10–20 minutes:</a:t>
            </a:r>
          </a:p>
          <a:p>
            <a:r>
              <a:rPr lang="en-IN"/>
              <a:t>5–10 minutes slow breathing:</a:t>
            </a:r>
          </a:p>
          <a:p>
            <a:r>
              <a:rPr lang="en-IN"/>
              <a:t>Inhale 4 seconds, exhale 6 seconds, repeat.</a:t>
            </a:r>
          </a:p>
          <a:p>
            <a:r>
              <a:rPr lang="en-IN"/>
              <a:t>5–10 minutes of:</a:t>
            </a:r>
          </a:p>
          <a:p>
            <a:r>
              <a:rPr lang="en-IN"/>
              <a:t>Light meditation (focus on breath), or</a:t>
            </a:r>
          </a:p>
          <a:p>
            <a:r>
              <a:rPr lang="en-IN"/>
              <a:t>Writing thoughts in a small notebook (what you feel, what you’re grateful for).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Reduce:</a:t>
            </a:r>
          </a:p>
          <a:p>
            <a:r>
              <a:rPr lang="en-IN"/>
              <a:t>Doom-scrolling on social media.</a:t>
            </a:r>
          </a:p>
          <a:p>
            <a:r>
              <a:rPr lang="en-IN"/>
              <a:t>Late-night stressful content (news, fights, etc.).</a:t>
            </a:r>
          </a:p>
        </p:txBody>
      </p:sp>
    </p:spTree>
    <p:extLst>
      <p:ext uri="{BB962C8B-B14F-4D97-AF65-F5344CB8AC3E}">
        <p14:creationId xmlns:p14="http://schemas.microsoft.com/office/powerpoint/2010/main" val="152297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C5A2-65D4-DCAF-587B-5134701E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5. Digital and posture hygiene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B3E4-A24C-B6A0-CB70-340FA1F7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Every 30–45 minutes of phone/computer:</a:t>
            </a:r>
          </a:p>
          <a:p>
            <a:r>
              <a:rPr lang="en-IN"/>
              <a:t>Stand up, walk 1–2 minutes.</a:t>
            </a:r>
          </a:p>
          <a:p>
            <a:r>
              <a:rPr lang="en-IN"/>
              <a:t>Roll shoulders, stretch neck gently.</a:t>
            </a:r>
          </a:p>
          <a:p>
            <a:r>
              <a:rPr lang="en-IN"/>
              <a:t>Hold phone at eye level, avoid long time in “head down” posture.</a:t>
            </a:r>
          </a:p>
          <a:p>
            <a:r>
              <a:rPr lang="en-IN"/>
              <a:t>Sit with feet flat on floor, back supported.</a:t>
            </a:r>
          </a:p>
        </p:txBody>
      </p:sp>
    </p:spTree>
    <p:extLst>
      <p:ext uri="{BB962C8B-B14F-4D97-AF65-F5344CB8AC3E}">
        <p14:creationId xmlns:p14="http://schemas.microsoft.com/office/powerpoint/2010/main" val="3182833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C279-6E39-4C22-BE7C-3587F400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6. Weekly “reset day”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0E9C-CA7A-5578-63DD-EADF280F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Once a week, check:</a:t>
            </a:r>
          </a:p>
          <a:p>
            <a:r>
              <a:rPr lang="en-IN"/>
              <a:t>Sleep: How many nights 7+ hours?</a:t>
            </a:r>
          </a:p>
          <a:p>
            <a:r>
              <a:rPr lang="en-IN"/>
              <a:t>Food: How many days mostly clean food?</a:t>
            </a:r>
          </a:p>
          <a:p>
            <a:r>
              <a:rPr lang="en-IN"/>
              <a:t>Movement: How many days you moved 20+ minutes?</a:t>
            </a:r>
          </a:p>
          <a:p>
            <a:r>
              <a:rPr lang="en-IN"/>
              <a:t>Mind: Did you do breathing or meditation at least 3–4 days?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If you are missing one area, adjust next week (don’t try to fix everything in one day).</a:t>
            </a:r>
          </a:p>
        </p:txBody>
      </p:sp>
    </p:spTree>
    <p:extLst>
      <p:ext uri="{BB962C8B-B14F-4D97-AF65-F5344CB8AC3E}">
        <p14:creationId xmlns:p14="http://schemas.microsoft.com/office/powerpoint/2010/main" val="2226976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E5C3C-884D-7E98-96C3-5668A214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7. When you MUST see a 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9312-FE6F-D970-DB74-6F1CAFFDA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/>
              <a:t>Stop and consult a qualified doctor (offline) if:</a:t>
            </a:r>
          </a:p>
          <a:p>
            <a:r>
              <a:rPr lang="en-IN"/>
              <a:t>Chest pain, strong headache, or difficulty breathing.</a:t>
            </a:r>
          </a:p>
          <a:p>
            <a:r>
              <a:rPr lang="en-IN"/>
              <a:t>Sudden strong weakness, dizziness, or fainting.</a:t>
            </a:r>
          </a:p>
          <a:p>
            <a:r>
              <a:rPr lang="en-IN"/>
              <a:t>Severe or long-lasting pain (back, joints, stomach, etc.).</a:t>
            </a:r>
          </a:p>
          <a:p>
            <a:r>
              <a:rPr lang="en-IN"/>
              <a:t>Sudden weight loss or gain without reason.</a:t>
            </a:r>
          </a:p>
          <a:p>
            <a:r>
              <a:rPr lang="en-IN"/>
              <a:t>Any symptom worrying you for more than 1–2 weeks.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This plan is general; it cannot replace medical advice or a full check-up.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If you tell me:</a:t>
            </a:r>
          </a:p>
          <a:p>
            <a:r>
              <a:rPr lang="en-IN"/>
              <a:t>Your age,</a:t>
            </a:r>
          </a:p>
          <a:p>
            <a:r>
              <a:rPr lang="en-IN"/>
              <a:t>Current weight/height,</a:t>
            </a:r>
          </a:p>
          <a:p>
            <a:r>
              <a:rPr lang="en-IN"/>
              <a:t>Any medical issues (e.g., BP, sugar, heart, spine),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I can create a more specific “Full Body Restore – 30 Day Plan” in table format (daily actions, checkboxes).</a:t>
            </a:r>
          </a:p>
        </p:txBody>
      </p:sp>
    </p:spTree>
    <p:extLst>
      <p:ext uri="{BB962C8B-B14F-4D97-AF65-F5344CB8AC3E}">
        <p14:creationId xmlns:p14="http://schemas.microsoft.com/office/powerpoint/2010/main" val="1715762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CB4C-A265-5CE9-164E-56FD9B83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Slide 1 – Title Slide</a:t>
            </a:r>
            <a:br>
              <a:rPr lang="en-IN" dirty="0"/>
            </a:br>
            <a:r>
              <a:rPr lang="en-IN" dirty="0"/>
              <a:t>Title: Full Body Restore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02C3-C419-9B48-DBA4-5A034CC1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Subtitle: Simple Daily Framework for Health, Energy, and Recovery</a:t>
            </a:r>
          </a:p>
          <a:p>
            <a:r>
              <a:rPr lang="en-IN"/>
              <a:t>Bullets:</a:t>
            </a:r>
          </a:p>
          <a:p>
            <a:r>
              <a:rPr lang="en-IN"/>
              <a:t>Reset your body, mind, and energy</a:t>
            </a:r>
          </a:p>
          <a:p>
            <a:r>
              <a:rPr lang="en-IN"/>
              <a:t>Focus: Sleep, Nutrition, Movement, Mind, Digital Hygiene</a:t>
            </a:r>
          </a:p>
        </p:txBody>
      </p:sp>
    </p:spTree>
    <p:extLst>
      <p:ext uri="{BB962C8B-B14F-4D97-AF65-F5344CB8AC3E}">
        <p14:creationId xmlns:p14="http://schemas.microsoft.com/office/powerpoint/2010/main" val="867896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EC36-1A6F-AAA7-70C9-14B15CF0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 – What Is “Full Body Restore”?Title: What Do We Mean by Full Body Restore?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0EB17-E450-2F70-B0F8-7F01C60B5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Bullets:</a:t>
            </a:r>
          </a:p>
          <a:p>
            <a:r>
              <a:rPr lang="en-IN"/>
              <a:t>Bringing body and mind back to a balanced state</a:t>
            </a:r>
          </a:p>
          <a:p>
            <a:r>
              <a:rPr lang="en-IN"/>
              <a:t>Improving sleep, digestion, strength, and focus</a:t>
            </a:r>
          </a:p>
          <a:p>
            <a:r>
              <a:rPr lang="en-IN"/>
              <a:t>Building daily habits instead of quick fixes</a:t>
            </a:r>
          </a:p>
          <a:p>
            <a:r>
              <a:rPr lang="en-IN"/>
              <a:t>Simple rules you can follow consistently</a:t>
            </a:r>
          </a:p>
        </p:txBody>
      </p:sp>
    </p:spTree>
    <p:extLst>
      <p:ext uri="{BB962C8B-B14F-4D97-AF65-F5344CB8AC3E}">
        <p14:creationId xmlns:p14="http://schemas.microsoft.com/office/powerpoint/2010/main" val="796597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059D-0DA1-EE6B-0FC4-7D4C0576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3 – Pillar 1: Sleep Reset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91691-1448-B4BB-DFF6-2F6DCD5FF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Pillar 1 – Sleep Reset (7–9 Hours)</a:t>
            </a:r>
          </a:p>
          <a:p>
            <a:r>
              <a:rPr lang="en-IN"/>
              <a:t>Bullets:</a:t>
            </a:r>
          </a:p>
          <a:p>
            <a:r>
              <a:rPr lang="en-IN"/>
              <a:t>Fix one sleep and wake time daily</a:t>
            </a:r>
          </a:p>
          <a:p>
            <a:r>
              <a:rPr lang="en-IN"/>
              <a:t>No screens 30–45 minutes before sleep</a:t>
            </a:r>
          </a:p>
          <a:p>
            <a:r>
              <a:rPr lang="en-IN"/>
              <a:t>Dark, quiet, and cool bedroom</a:t>
            </a:r>
          </a:p>
          <a:p>
            <a:r>
              <a:rPr lang="en-IN"/>
              <a:t>Avoid heavy meals, caffeine, and smoking 3 hours before bed</a:t>
            </a:r>
          </a:p>
          <a:p>
            <a:r>
              <a:rPr lang="en-IN"/>
              <a:t>5–10 minutes slow breathing before sleep</a:t>
            </a:r>
          </a:p>
        </p:txBody>
      </p:sp>
    </p:spTree>
    <p:extLst>
      <p:ext uri="{BB962C8B-B14F-4D97-AF65-F5344CB8AC3E}">
        <p14:creationId xmlns:p14="http://schemas.microsoft.com/office/powerpoint/2010/main" val="109694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2118-7485-FF74-D0E9-47767555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4 – Pillar 2: Clean Nutrition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8FE4-118D-2D85-03BE-12B417E21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Pillar 2 – Full Body Nutrition Clean-Up</a:t>
            </a:r>
          </a:p>
          <a:p>
            <a:r>
              <a:rPr lang="en-IN"/>
              <a:t>Bullets:</a:t>
            </a:r>
          </a:p>
          <a:p>
            <a:r>
              <a:rPr lang="en-IN"/>
              <a:t>Reduce: junk food, deep-fried items, sugary drinks</a:t>
            </a:r>
          </a:p>
          <a:p>
            <a:r>
              <a:rPr lang="en-IN"/>
              <a:t>Include protein every meal: dal, chana, rajma, paneer, eggs, chicken, fish</a:t>
            </a:r>
          </a:p>
          <a:p>
            <a:r>
              <a:rPr lang="en-IN"/>
              <a:t>Add 2–3 types of vegetables daily</a:t>
            </a:r>
          </a:p>
          <a:p>
            <a:r>
              <a:rPr lang="en-IN"/>
              <a:t>Choose smart carbs: roti, rice, millets, oats</a:t>
            </a:r>
          </a:p>
          <a:p>
            <a:r>
              <a:rPr lang="en-IN"/>
              <a:t>Use healthy fats: nuts, seeds, small amount of ghee</a:t>
            </a:r>
          </a:p>
        </p:txBody>
      </p:sp>
    </p:spTree>
    <p:extLst>
      <p:ext uri="{BB962C8B-B14F-4D97-AF65-F5344CB8AC3E}">
        <p14:creationId xmlns:p14="http://schemas.microsoft.com/office/powerpoint/2010/main" val="299632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625D-79F2-8115-4CFE-32F9480E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5 – Hydration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E1C1-7806-A2BB-48DF-8BFD34FC6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Hydration – Fuel for Every System</a:t>
            </a:r>
          </a:p>
          <a:p>
            <a:r>
              <a:rPr lang="en-IN"/>
              <a:t>Bullets:</a:t>
            </a:r>
          </a:p>
          <a:p>
            <a:r>
              <a:rPr lang="en-IN"/>
              <a:t>Target 2–3 liters of water per day</a:t>
            </a:r>
          </a:p>
          <a:p>
            <a:r>
              <a:rPr lang="en-IN"/>
              <a:t>Sip throughout the day, not all at once</a:t>
            </a:r>
          </a:p>
          <a:p>
            <a:r>
              <a:rPr lang="en-IN"/>
              <a:t>Limit tea/coffee to 1–2 cups</a:t>
            </a:r>
          </a:p>
          <a:p>
            <a:r>
              <a:rPr lang="en-IN"/>
              <a:t>Avoid strong coffee in the late evening</a:t>
            </a:r>
          </a:p>
        </p:txBody>
      </p:sp>
    </p:spTree>
    <p:extLst>
      <p:ext uri="{BB962C8B-B14F-4D97-AF65-F5344CB8AC3E}">
        <p14:creationId xmlns:p14="http://schemas.microsoft.com/office/powerpoint/2010/main" val="195464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71D8-0714-7598-236F-1E553300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6 – Pillar 3: Movement &amp;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3DD1-3D8F-A61D-017C-F2F06412F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Pillar 3 – Full Body Movement</a:t>
            </a:r>
          </a:p>
          <a:p>
            <a:r>
              <a:rPr lang="en-IN"/>
              <a:t>Bullets:</a:t>
            </a:r>
          </a:p>
          <a:p>
            <a:r>
              <a:rPr lang="en-IN"/>
              <a:t>Aim for movement on 5–6 days per week</a:t>
            </a:r>
          </a:p>
          <a:p>
            <a:r>
              <a:rPr lang="en-IN"/>
              <a:t>Beginner: 20–30 minutes brisk walking daily</a:t>
            </a:r>
          </a:p>
          <a:p>
            <a:r>
              <a:rPr lang="en-IN"/>
              <a:t>Light stretching for neck, shoulders, back, hips, legs</a:t>
            </a:r>
          </a:p>
          <a:p>
            <a:r>
              <a:rPr lang="en-IN"/>
              <a:t>If trained: add 3–4 days of strength exercises (squats, push-ups, rows, planks)</a:t>
            </a:r>
          </a:p>
          <a:p>
            <a:r>
              <a:rPr lang="en-IN"/>
              <a:t>Always include 5–10 minutes warm-up and cool-down</a:t>
            </a:r>
          </a:p>
        </p:txBody>
      </p:sp>
    </p:spTree>
    <p:extLst>
      <p:ext uri="{BB962C8B-B14F-4D97-AF65-F5344CB8AC3E}">
        <p14:creationId xmlns:p14="http://schemas.microsoft.com/office/powerpoint/2010/main" val="207929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878C-497D-0071-984C-ECB73B24D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7 – Pillar 4: Mind–Body Reset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42BAC-480A-146B-AC83-B5FFD1CA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Pillar 4 – Mind–Body Balance</a:t>
            </a:r>
          </a:p>
          <a:p>
            <a:r>
              <a:rPr lang="en-IN"/>
              <a:t>Bullets:</a:t>
            </a:r>
          </a:p>
          <a:p>
            <a:r>
              <a:rPr lang="en-IN"/>
              <a:t>10–20 minutes daily for mental reset</a:t>
            </a:r>
          </a:p>
          <a:p>
            <a:r>
              <a:rPr lang="en-IN"/>
              <a:t>5–10 minutes slow breathing (inhale 4 sec, exhale 6 sec)</a:t>
            </a:r>
          </a:p>
          <a:p>
            <a:r>
              <a:rPr lang="en-IN"/>
              <a:t>Short meditation: focus on breath, no judgment</a:t>
            </a:r>
          </a:p>
          <a:p>
            <a:r>
              <a:rPr lang="en-IN"/>
              <a:t>Or simple journaling: thoughts, feelings, and 2–3 things you’re grateful for</a:t>
            </a:r>
          </a:p>
          <a:p>
            <a:r>
              <a:rPr lang="en-IN"/>
              <a:t>Avoid heavy negative content late at night</a:t>
            </a:r>
          </a:p>
        </p:txBody>
      </p:sp>
    </p:spTree>
    <p:extLst>
      <p:ext uri="{BB962C8B-B14F-4D97-AF65-F5344CB8AC3E}">
        <p14:creationId xmlns:p14="http://schemas.microsoft.com/office/powerpoint/2010/main" val="2726593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E096-D368-3A05-91D7-B43BD400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8 – Digital Hygiene &amp; Posture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325F-B384-97EA-75D3-E7A21CF7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Digital Hygiene and Posture Protection</a:t>
            </a:r>
          </a:p>
          <a:p>
            <a:r>
              <a:rPr lang="en-IN"/>
              <a:t>Bullets:</a:t>
            </a:r>
          </a:p>
          <a:p>
            <a:r>
              <a:rPr lang="en-IN"/>
              <a:t>Every 30–45 minutes, stand and move for 1–2 minutes</a:t>
            </a:r>
          </a:p>
          <a:p>
            <a:r>
              <a:rPr lang="en-IN"/>
              <a:t>Gentle stretches: neck rolls, shoulder rolls, back extension</a:t>
            </a:r>
          </a:p>
          <a:p>
            <a:r>
              <a:rPr lang="en-IN"/>
              <a:t>Hold phone closer to eye level, not down near chest</a:t>
            </a:r>
          </a:p>
          <a:p>
            <a:r>
              <a:rPr lang="en-IN"/>
              <a:t>Sit with feet flat, back supported</a:t>
            </a:r>
          </a:p>
          <a:p>
            <a:r>
              <a:rPr lang="en-IN"/>
              <a:t>Reduce useless scrolling; protect your time and focus</a:t>
            </a:r>
          </a:p>
        </p:txBody>
      </p:sp>
    </p:spTree>
    <p:extLst>
      <p:ext uri="{BB962C8B-B14F-4D97-AF65-F5344CB8AC3E}">
        <p14:creationId xmlns:p14="http://schemas.microsoft.com/office/powerpoint/2010/main" val="217277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8249-C43B-105F-5679-599B53D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9 – Daily Routine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9770-2DED-3979-B662-3A4E11CF3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Title: Sample Full Body Restore – Daily Routine</a:t>
            </a:r>
          </a:p>
          <a:p>
            <a:r>
              <a:rPr lang="en-IN"/>
              <a:t>Bullets:</a:t>
            </a:r>
          </a:p>
          <a:p>
            <a:r>
              <a:rPr lang="en-IN"/>
              <a:t>Morning:</a:t>
            </a:r>
          </a:p>
          <a:p>
            <a:r>
              <a:rPr lang="en-IN"/>
              <a:t>10–20 minutes walk + 5 minutes stretching</a:t>
            </a:r>
          </a:p>
          <a:p>
            <a:r>
              <a:rPr lang="en-IN"/>
              <a:t>Light, balanced breakfast with protein</a:t>
            </a:r>
          </a:p>
          <a:p>
            <a:r>
              <a:rPr lang="en-IN"/>
              <a:t>Daytime:</a:t>
            </a:r>
          </a:p>
          <a:p>
            <a:r>
              <a:rPr lang="en-IN"/>
              <a:t>Regular water intake, clean meals, posture breaks</a:t>
            </a:r>
          </a:p>
          <a:p>
            <a:r>
              <a:rPr lang="en-IN"/>
              <a:t>Evening:</a:t>
            </a:r>
          </a:p>
          <a:p>
            <a:r>
              <a:rPr lang="en-IN"/>
              <a:t>Light dinner, short walk, screen limits</a:t>
            </a:r>
          </a:p>
          <a:p>
            <a:r>
              <a:rPr lang="en-IN"/>
              <a:t>Night:</a:t>
            </a:r>
          </a:p>
          <a:p>
            <a:r>
              <a:rPr lang="en-IN"/>
              <a:t>5–10 minutes breathing/meditation, fixed sleep time</a:t>
            </a:r>
          </a:p>
        </p:txBody>
      </p:sp>
    </p:spTree>
    <p:extLst>
      <p:ext uri="{BB962C8B-B14F-4D97-AF65-F5344CB8AC3E}">
        <p14:creationId xmlns:p14="http://schemas.microsoft.com/office/powerpoint/2010/main" val="4243406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7978-6E56-D24B-161C-7D4563DB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10 – Weekly Reset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F9B58-20E7-F03A-82B4-044E21555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Weekly “Full Body Reset” Check</a:t>
            </a:r>
          </a:p>
          <a:p>
            <a:r>
              <a:rPr lang="en-IN"/>
              <a:t>Bullets (Yes/No format on slide):</a:t>
            </a:r>
          </a:p>
          <a:p>
            <a:r>
              <a:rPr lang="en-IN"/>
              <a:t>Sleep: 7+ hours on most nights?</a:t>
            </a:r>
          </a:p>
          <a:p>
            <a:r>
              <a:rPr lang="en-IN"/>
              <a:t>Food: majority of meals home-cooked and clean?</a:t>
            </a:r>
          </a:p>
          <a:p>
            <a:r>
              <a:rPr lang="en-IN"/>
              <a:t>Movement: moved 20+ minutes at least 5 days?</a:t>
            </a:r>
          </a:p>
          <a:p>
            <a:r>
              <a:rPr lang="en-IN"/>
              <a:t>Mind: breathing/meditation at least 3 days?</a:t>
            </a:r>
          </a:p>
          <a:p>
            <a:r>
              <a:rPr lang="en-IN"/>
              <a:t>Digital: reduced late-night screen time?</a:t>
            </a:r>
          </a:p>
        </p:txBody>
      </p:sp>
    </p:spTree>
    <p:extLst>
      <p:ext uri="{BB962C8B-B14F-4D97-AF65-F5344CB8AC3E}">
        <p14:creationId xmlns:p14="http://schemas.microsoft.com/office/powerpoint/2010/main" val="90528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6489-EC31-08D5-44D0-5DACCA73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11 – When to See a 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B2AA-D525-E03C-6734-5462B6734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Important: When You Must See a Doctor</a:t>
            </a:r>
          </a:p>
          <a:p>
            <a:r>
              <a:rPr lang="en-IN"/>
              <a:t>Bullets:</a:t>
            </a:r>
          </a:p>
          <a:p>
            <a:r>
              <a:rPr lang="en-IN"/>
              <a:t>Chest pain, severe headache, or difficulty breathing</a:t>
            </a:r>
          </a:p>
          <a:p>
            <a:r>
              <a:rPr lang="en-IN"/>
              <a:t>Strong dizziness, fainting, or sudden weakness</a:t>
            </a:r>
          </a:p>
          <a:p>
            <a:r>
              <a:rPr lang="en-IN"/>
              <a:t>Severe or long-lasting pain (back, joints, stomach, etc.)</a:t>
            </a:r>
          </a:p>
          <a:p>
            <a:r>
              <a:rPr lang="en-IN"/>
              <a:t>Sudden weight gain or loss without clear reason</a:t>
            </a:r>
          </a:p>
          <a:p>
            <a:r>
              <a:rPr lang="en-IN"/>
              <a:t>Any symptom worrying you for more than 1–2 weeks</a:t>
            </a:r>
          </a:p>
          <a:p>
            <a:r>
              <a:rPr lang="en-IN"/>
              <a:t>This plan supports general wellness; it is not a medical prescription</a:t>
            </a:r>
          </a:p>
        </p:txBody>
      </p:sp>
    </p:spTree>
    <p:extLst>
      <p:ext uri="{BB962C8B-B14F-4D97-AF65-F5344CB8AC3E}">
        <p14:creationId xmlns:p14="http://schemas.microsoft.com/office/powerpoint/2010/main" val="2774820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A005-73F6-0B54-D3B1-E78133D3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12 – 30-Day Full Body Restore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0AF7-BF8C-2751-28AB-13B867338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30-Day Full Body Restore – Focus</a:t>
            </a:r>
          </a:p>
          <a:p>
            <a:r>
              <a:rPr lang="en-IN"/>
              <a:t>Bullets:</a:t>
            </a:r>
          </a:p>
          <a:p>
            <a:r>
              <a:rPr lang="en-IN"/>
              <a:t>Days 1–7: Fix sleep and basic hydration</a:t>
            </a:r>
          </a:p>
          <a:p>
            <a:r>
              <a:rPr lang="en-IN"/>
              <a:t>Days 8–14: Clean up food; add vegetables and protein</a:t>
            </a:r>
          </a:p>
          <a:p>
            <a:r>
              <a:rPr lang="en-IN"/>
              <a:t>Days 15–21: Establish regular walking and stretching</a:t>
            </a:r>
          </a:p>
          <a:p>
            <a:r>
              <a:rPr lang="en-IN"/>
              <a:t>Days 22–30: Add strength work and deeper breathing/meditation</a:t>
            </a:r>
          </a:p>
          <a:p>
            <a:r>
              <a:rPr lang="en-IN"/>
              <a:t>Adjust your plan based on energy and doctor’s advice</a:t>
            </a:r>
          </a:p>
        </p:txBody>
      </p:sp>
    </p:spTree>
    <p:extLst>
      <p:ext uri="{BB962C8B-B14F-4D97-AF65-F5344CB8AC3E}">
        <p14:creationId xmlns:p14="http://schemas.microsoft.com/office/powerpoint/2010/main" val="799764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E6E9-8261-9340-ADC8-DE9AEB13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Slide 13 – Final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2A79D-85C5-2FB8-1079-547316DD2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Title: Full Body Restore – Key Takeaways</a:t>
            </a:r>
          </a:p>
          <a:p>
            <a:r>
              <a:rPr lang="en-IN"/>
              <a:t>Bullets:</a:t>
            </a:r>
          </a:p>
          <a:p>
            <a:r>
              <a:rPr lang="en-IN"/>
              <a:t>Small habits, done daily, restore your system</a:t>
            </a:r>
          </a:p>
          <a:p>
            <a:r>
              <a:rPr lang="en-IN"/>
              <a:t>Sleep, nutrition, movement, and mind are all connected</a:t>
            </a:r>
          </a:p>
          <a:p>
            <a:r>
              <a:rPr lang="en-IN"/>
              <a:t>Protect your body, mind, and digital environment together</a:t>
            </a:r>
          </a:p>
          <a:p>
            <a:r>
              <a:rPr lang="en-IN"/>
              <a:t>Focus on consistency, not perfection</a:t>
            </a:r>
          </a:p>
        </p:txBody>
      </p:sp>
    </p:spTree>
    <p:extLst>
      <p:ext uri="{BB962C8B-B14F-4D97-AF65-F5344CB8AC3E}">
        <p14:creationId xmlns:p14="http://schemas.microsoft.com/office/powerpoint/2010/main" val="75277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I will assume you mean “full body restore” as in health recovery: feeling fresh, strong, and reset (not data restore). Below is a practical, safe framework you can follow.</vt:lpstr>
      <vt:lpstr>1. First priority: Sleep reset (7–9 hours)</vt:lpstr>
      <vt:lpstr>2. Full-body nutrition clean-up (30 days) Remove / reduce</vt:lpstr>
      <vt:lpstr>3. Movement plan: Full-body restore (strength + flexibility)</vt:lpstr>
      <vt:lpstr>4. Nervous system reset (mind–body balance)</vt:lpstr>
      <vt:lpstr>5. Digital and posture hygiene</vt:lpstr>
      <vt:lpstr>6. Weekly “reset day” checklist</vt:lpstr>
      <vt:lpstr>7. When you MUST see a doctor</vt:lpstr>
      <vt:lpstr>Slide 1 – Title Slide Title: Full Body Restore</vt:lpstr>
      <vt:lpstr>Slide 2 – What Is “Full Body Restore”?Title: What Do We Mean by Full Body Restore?</vt:lpstr>
      <vt:lpstr>Slide 3 – Pillar 1: Sleep Reset</vt:lpstr>
      <vt:lpstr>Slide 4 – Pillar 2: Clean Nutrition</vt:lpstr>
      <vt:lpstr>Slide 5 – Hydration Basics</vt:lpstr>
      <vt:lpstr>Slide 6 – Pillar 3: Movement &amp; Strength</vt:lpstr>
      <vt:lpstr>Slide 7 – Pillar 4: Mind–Body Reset</vt:lpstr>
      <vt:lpstr>Slide 8 – Digital Hygiene &amp; Posture</vt:lpstr>
      <vt:lpstr>Slide 9 – Daily Routine Example</vt:lpstr>
      <vt:lpstr>Slide 10 – Weekly Reset Checklist</vt:lpstr>
      <vt:lpstr>Slide 11 – When to See a Doctor</vt:lpstr>
      <vt:lpstr>Slide 12 – 30-Day Full Body Restore Plan</vt:lpstr>
      <vt:lpstr>Slide 13 – Final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will assume you mean “full body restore” as in health recovery: feeling fresh, strong, and reset (not data restore). Below is a practical, safe framework you can follow.</dc:title>
  <dc:creator>Amit Singh</dc:creator>
  <cp:lastModifiedBy>Amit Singh</cp:lastModifiedBy>
  <cp:revision>1</cp:revision>
  <dcterms:created xsi:type="dcterms:W3CDTF">2025-11-21T09:29:51Z</dcterms:created>
  <dcterms:modified xsi:type="dcterms:W3CDTF">2025-11-21T09:41:35Z</dcterms:modified>
</cp:coreProperties>
</file>