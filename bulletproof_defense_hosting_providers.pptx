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BULLETPROOF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Mitigating Risks from Bulletproof Hosting Providers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Bulletproof Hosting Providers?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Hosting or infrastructure providers that ignore or delay abuse complaints</a:t>
            </a:r>
          </a:p>
          <a:p>
            <a:pPr/>
            <a:r>
              <a:t>Often marketed to criminals as "no-questions-asked" services</a:t>
            </a:r>
          </a:p>
          <a:p>
            <a:pPr/>
            <a:r>
              <a:t>Used to host malware, phishing pages, C2 servers, and stolen data</a:t>
            </a:r>
          </a:p>
          <a:p>
            <a:pPr/>
            <a:r>
              <a:t>Can be located in any region; often use complex ownership to hide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Bulletproof Hosting Matters for Defenders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stable infrastructure for long‑running malicious campaigns</a:t>
            </a:r>
          </a:p>
          <a:p>
            <a:pPr/>
            <a:r>
              <a:t>Enables rapid rebuild of infrastructure after takedowns</a:t>
            </a:r>
          </a:p>
          <a:p>
            <a:pPr/>
            <a:r>
              <a:t>Complicates attribution and legal action</a:t>
            </a:r>
          </a:p>
          <a:p>
            <a:pPr/>
            <a:r>
              <a:t>Increases impact and duration of intrusions, fraud, and data theft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Malicious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and credential‑harvesting websites</a:t>
            </a:r>
          </a:p>
          <a:p>
            <a:pPr/>
            <a:r>
              <a:t>Malware download sites and update servers</a:t>
            </a:r>
          </a:p>
          <a:p>
            <a:pPr/>
            <a:r>
              <a:t>Command‑and‑control (C2) for botnets and ransomware</a:t>
            </a:r>
          </a:p>
          <a:p>
            <a:pPr/>
            <a:r>
              <a:t>Marketplaces for stolen data, tools, and illegal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 of Bulletproof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abuse reports with little or no response from provider</a:t>
            </a:r>
          </a:p>
          <a:p>
            <a:pPr/>
            <a:r>
              <a:t>High concentration of known malicious domains or IPs in one network</a:t>
            </a:r>
          </a:p>
          <a:p>
            <a:pPr/>
            <a:r>
              <a:t>Frequent changes of domains, IPs, and WHOIS data with same operator</a:t>
            </a:r>
          </a:p>
          <a:p>
            <a:pPr/>
            <a:r>
              <a:t>Use of anonymized payment methods and fake registration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to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and customers targeted by phishing hosted on bulletproof services</a:t>
            </a:r>
          </a:p>
          <a:p>
            <a:pPr/>
            <a:r>
              <a:t>Malware callbacks and data exfiltration to bulletproof infrastructure</a:t>
            </a:r>
          </a:p>
          <a:p>
            <a:pPr/>
            <a:r>
              <a:t>Brand and reputation damage if your infrastructure is abused via proxies/VPNs</a:t>
            </a:r>
          </a:p>
          <a:p>
            <a:pPr/>
            <a:r>
              <a:t>Regulatory and legal exposure if response is slow or incomplete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and block traffic to known malicious hosts and networks</a:t>
            </a:r>
          </a:p>
          <a:p>
            <a:pPr/>
            <a:r>
              <a:t>Prevent your infrastructure from being misused as a stepping stone</a:t>
            </a:r>
          </a:p>
          <a:p>
            <a:pPr/>
            <a:r>
              <a:t>Share indicators to help wider ecosystem disrupt bulletproof providers</a:t>
            </a:r>
          </a:p>
          <a:p>
            <a:pPr/>
            <a:r>
              <a:t>Build repeatable processes for rapid containment and recovery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and DNS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threat intelligence feeds to block known bad IP ranges and domains</a:t>
            </a:r>
          </a:p>
          <a:p>
            <a:pPr/>
            <a:r>
              <a:t>Deploy secure DNS resolvers with filtering for malicious domains</a:t>
            </a:r>
          </a:p>
          <a:p>
            <a:pPr/>
            <a:r>
              <a:t>Monitor for DNS queries to high‑risk TLDs and previously unseen domains</a:t>
            </a:r>
          </a:p>
          <a:p>
            <a:pPr/>
            <a:r>
              <a:t>Apply egress filtering to restrict outbound traffic to required destinations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&amp; Web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email security gateways with URL rewriting and sandboxing</a:t>
            </a:r>
          </a:p>
          <a:p>
            <a:pPr/>
            <a:r>
              <a:t>Block links to known malicious hosting providers in email and chat</a:t>
            </a:r>
          </a:p>
          <a:p>
            <a:pPr/>
            <a:r>
              <a:t>Enable browser protection and endpoint web filtering for end users</a:t>
            </a:r>
          </a:p>
          <a:p>
            <a:pPr/>
            <a:r>
              <a:t>Train users to report suspicious links and attachments quickly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 &amp; Logging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EDR/antivirus with behavior‑based detection and C2 blocking</a:t>
            </a:r>
          </a:p>
          <a:p>
            <a:pPr/>
            <a:r>
              <a:t>Log DNS, proxy, and firewall traffic and retain for sufficient time</a:t>
            </a:r>
          </a:p>
          <a:p>
            <a:pPr/>
            <a:r>
              <a:t>Alert on unusual outbound connections (new geos, ports, or domains)</a:t>
            </a:r>
          </a:p>
          <a:p>
            <a:pPr/>
            <a:r>
              <a:t>Correlate endpoint events with network indicators from intel feeds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Hosting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Prefer providers with clear abuse policies and rapid takedown processes</a:t>
            </a:r>
          </a:p>
          <a:p>
            <a:pPr/>
            <a:r>
              <a:t>Include security and incident‑response expectations in contracts and SLAs</a:t>
            </a:r>
          </a:p>
          <a:p>
            <a:pPr/>
            <a:r>
              <a:t>Share observed abuse quickly and track response times</a:t>
            </a:r>
          </a:p>
          <a:p>
            <a:pPr/>
            <a:r>
              <a:t>Be ready to migrate critical services if provider shows poor security posture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Information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Participate in sector ISACs/ISAOs or trusted sharing communities</a:t>
            </a:r>
          </a:p>
          <a:p>
            <a:pPr/>
            <a:r>
              <a:t>Share indicators of compromise (IOCs) via standard formats</a:t>
            </a:r>
          </a:p>
          <a:p>
            <a:pPr/>
            <a:r>
              <a:t>Coordinate with national CERTs and law‑enforcement when appropriate</a:t>
            </a:r>
          </a:p>
          <a:p>
            <a:pPr/>
            <a:r>
              <a:t>Leverage open‑source and commercial threat‑intel 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for Bulletproof‑Hosted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affected systems and confirm data exposure or encryption</a:t>
            </a:r>
          </a:p>
          <a:p>
            <a:pPr/>
            <a:r>
              <a:t>Block malicious infrastructure at network and endpoint layers</a:t>
            </a:r>
          </a:p>
          <a:p>
            <a:pPr/>
            <a:r>
              <a:t>Preserve logs and forensic artifacts to support investigations</a:t>
            </a:r>
          </a:p>
          <a:p>
            <a:pPr/>
            <a:r>
              <a:t>Contain, eradicate, and recover following your IR playbook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Long‑Term Hardening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Regularly review firewall, proxy, and DNS policies for gaps</a:t>
            </a:r>
          </a:p>
          <a:p>
            <a:pPr/>
            <a:r>
              <a:t>Integrate new threat‑intel sources and automate updates</a:t>
            </a:r>
          </a:p>
          <a:p>
            <a:pPr/>
            <a:r>
              <a:t>Test controls through red‑teaming, tabletop exercises, and simulations</a:t>
            </a:r>
          </a:p>
          <a:p>
            <a:pPr/>
            <a:r>
              <a:t>Update policies, training, and architecture based on lessons learned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Bulletproof hosting is a key enabler for long‑running cybercrime</a:t>
            </a:r>
          </a:p>
          <a:p>
            <a:pPr/>
            <a:r>
              <a:t>Proactive blocking, monitoring, and intel use reduce exposure</a:t>
            </a:r>
          </a:p>
          <a:p>
            <a:pPr/>
            <a:r>
              <a:t>Choose responsible providers and include security in contracts</a:t>
            </a:r>
          </a:p>
          <a:p>
            <a:pPr/>
            <a:r>
              <a:t>Coordinate with partners, industry, and authorities for maximum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