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My A Billionaire Life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Vision, routine, capital and protection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Lifetime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and own resilient businesses with compounding cash flows</a:t>
            </a:r>
          </a:p>
          <a:p>
            <a:pPr/>
            <a:r>
              <a:t>Grow capital every year while protecting downside risk</a:t>
            </a:r>
          </a:p>
          <a:p>
            <a:pPr/>
            <a:r>
              <a:t>Live a disciplined, healthy, and balanced life (mind–body–wealth)</a:t>
            </a:r>
          </a:p>
          <a:p>
            <a:pPr/>
            <a:r>
              <a:t>Use wealth to create jobs, support family, and contribute to India’s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Billionaire Mindset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Think in decades, not days</a:t>
            </a:r>
          </a:p>
          <a:p>
            <a:pPr/>
            <a:r>
              <a:t>Focus on leverage: capital, people, systems, and technology</a:t>
            </a:r>
          </a:p>
          <a:p>
            <a:pPr/>
            <a:r>
              <a:t>Protect the downside first; never bet the whole foundation</a:t>
            </a:r>
          </a:p>
          <a:p>
            <a:pPr/>
            <a:r>
              <a:t>Stay calm, data-driven, and patient even in market storms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 Engines of Wealth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business: build and scale profitable brands and services</a:t>
            </a:r>
          </a:p>
          <a:p>
            <a:pPr/>
            <a:r>
              <a:t>Public markets: disciplined investing in high-quality companies and ETFs</a:t>
            </a:r>
          </a:p>
          <a:p>
            <a:pPr/>
            <a:r>
              <a:t>Real assets: property and strategic long-term holdings</a:t>
            </a:r>
          </a:p>
          <a:p>
            <a:pPr/>
            <a:r>
              <a:t>Intellectual capital: skills, brand, and reputation that attract opportunities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Billionaire Routine – Morning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Early wake-up: quiet time before the world wakes up</a:t>
            </a:r>
          </a:p>
          <a:p>
            <a:pPr/>
            <a:r>
              <a:t>Movement: workout / walk for strength, stamina, and focus</a:t>
            </a:r>
          </a:p>
          <a:p>
            <a:pPr/>
            <a:r>
              <a:t>Mind: planning, reading, and deep work on highest impact tasks</a:t>
            </a:r>
          </a:p>
          <a:p>
            <a:pPr/>
            <a:r>
              <a:t>Gratitude and review of long-term goals to stay aligned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Billionaire Routine – Workday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90–120 minutes deep work: strategy, capital allocation, product decisions</a:t>
            </a:r>
          </a:p>
          <a:p>
            <a:pPr/>
            <a:r>
              <a:t>Protect calendar from low-value meetings and distractions</a:t>
            </a:r>
          </a:p>
          <a:p>
            <a:pPr/>
            <a:r>
              <a:t>Build systems, automations, and teams that run without micro‑management</a:t>
            </a:r>
          </a:p>
          <a:p>
            <a:pPr/>
            <a:r>
              <a:t>Daily review of key numbers: cash, risk, and growth indicators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Billionaire Routine – Evening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Family and relationships: quality time without screens</a:t>
            </a:r>
          </a:p>
          <a:p>
            <a:pPr/>
            <a:r>
              <a:t>Light review of markets and business, no panic decisions</a:t>
            </a:r>
          </a:p>
          <a:p>
            <a:pPr/>
            <a:r>
              <a:t>Journal: what worked, what failed, and what to improve tomorrow</a:t>
            </a:r>
          </a:p>
          <a:p>
            <a:pPr/>
            <a:r>
              <a:t>Sleep ritual for recovery and mental clarity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Capital Allocation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Keep an emergency and opportunity fund – never go all‑in</a:t>
            </a:r>
          </a:p>
          <a:p>
            <a:pPr/>
            <a:r>
              <a:t>Allocate capital to the highest risk‑adjusted return opportunities</a:t>
            </a:r>
          </a:p>
          <a:p>
            <a:pPr/>
            <a:r>
              <a:t>Reinvest majority of profits back into strong engines; avoid lifestyle creep</a:t>
            </a:r>
          </a:p>
          <a:p>
            <a:pPr/>
            <a:r>
              <a:t>Review portfolio quarterly and cut failing ideas without ego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&amp; Cyber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security for phones, accounts, and financial platforms</a:t>
            </a:r>
          </a:p>
          <a:p>
            <a:pPr/>
            <a:r>
              <a:t>Backups of all critical documents and data</a:t>
            </a:r>
          </a:p>
          <a:p>
            <a:pPr/>
            <a:r>
              <a:t>2FA, passkeys, hardware protection, and zero‑trust habits</a:t>
            </a:r>
          </a:p>
          <a:p>
            <a:pPr/>
            <a:r>
              <a:t>Regular security audits and updates as part of billionaire routine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&amp; Energy as Assets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Strength training, mobility, and cardio as non‑negotiables</a:t>
            </a:r>
          </a:p>
          <a:p>
            <a:pPr/>
            <a:r>
              <a:t>Nutritious food, hydration, and limited junk and sugar</a:t>
            </a:r>
          </a:p>
          <a:p>
            <a:pPr/>
            <a:r>
              <a:t>Mental health: boundaries, reflection, and controlled input of news/social media</a:t>
            </a:r>
          </a:p>
          <a:p>
            <a:pPr/>
            <a:r>
              <a:t>Energy management: work in focused blocks and respect rest days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Relationships &amp;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Surround myself with builders, experts, and truth‑tellers</a:t>
            </a:r>
          </a:p>
          <a:p>
            <a:pPr/>
            <a:r>
              <a:t>Give more value than I take in every relationship</a:t>
            </a:r>
          </a:p>
          <a:p>
            <a:pPr/>
            <a:r>
              <a:t>Protect time from negative, draining people and drama</a:t>
            </a:r>
          </a:p>
          <a:p>
            <a:pPr/>
            <a:r>
              <a:t>Turn key partners into long‑term allies with shared wins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&amp; Upgrading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Read, study, and experiment every week</a:t>
            </a:r>
          </a:p>
          <a:p>
            <a:pPr/>
            <a:r>
              <a:t>Track lessons learned from each success and failure</a:t>
            </a:r>
          </a:p>
          <a:p>
            <a:pPr/>
            <a:r>
              <a:t>Stay curious about technology, finance, and human behaviour</a:t>
            </a:r>
          </a:p>
          <a:p>
            <a:pPr/>
            <a:r>
              <a:t>Use mentors, books, and data instead of random opinions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 Non‑Negotiable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cheating, fraud, or shortcuts that risk my name or freedom</a:t>
            </a:r>
          </a:p>
          <a:p>
            <a:pPr/>
            <a:r>
              <a:t>No deals I do not fully understand or cannot explain simply</a:t>
            </a:r>
          </a:p>
          <a:p>
            <a:pPr/>
            <a:r>
              <a:t>No addiction to leverage, speculation, or status</a:t>
            </a:r>
          </a:p>
          <a:p>
            <a:pPr/>
            <a:r>
              <a:t>Always protect family, health, and integrity before money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5‑Year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strong, profitable core business with consistent cash flow</a:t>
            </a:r>
          </a:p>
          <a:p>
            <a:pPr/>
            <a:r>
              <a:t>Create a diversified investment portfolio with clear risk limits</a:t>
            </a:r>
          </a:p>
          <a:p>
            <a:pPr/>
            <a:r>
              <a:t>Automate finances: savings, investing, and protection systems</a:t>
            </a:r>
          </a:p>
          <a:p>
            <a:pPr/>
            <a:r>
              <a:t>Establish a clear personal brand and track record of delivery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 A Billionaire Life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 choose discipline over distraction and compounding over quick wins</a:t>
            </a:r>
          </a:p>
          <a:p>
            <a:pPr/>
            <a:r>
              <a:t>Every day, I act like the person who already manages billion‑level responsibility</a:t>
            </a:r>
          </a:p>
          <a:p>
            <a:pPr/>
            <a:r>
              <a:t>My money, time, and energy follow a clear plan, not impulse</a:t>
            </a:r>
          </a:p>
          <a:p>
            <a:pPr/>
            <a:r>
              <a:t>This is my billionaire life: built step by step, protected at every layer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