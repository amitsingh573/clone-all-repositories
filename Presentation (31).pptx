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E6167-B4AF-AA36-C046-1AD7D78D5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C435CD-1306-EC20-A2FB-2A149A9C9C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5E7CD-3C2C-40C2-0A91-B7A5B5E26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5CD3-1981-8549-B5A0-33590BC0AC1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A18D5-59DE-307A-7BB0-661A0F28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263CC-244E-4DE1-27C3-CA44B35A6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E3CA-3CED-1F47-8566-509FE7DCF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74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AE0E3-107E-B988-AAF5-7088BD86A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C8D44-8E8D-AAF2-15F3-1EA4723EC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E8521-6EEA-3FD8-40A9-6C2A3F21C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5CD3-1981-8549-B5A0-33590BC0AC1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003E0-753E-1171-5679-5A1C3A484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7E09-0A84-78B6-EB1B-331B49171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E3CA-3CED-1F47-8566-509FE7DCF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198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0EE9B-197D-C937-7B40-77AB88BC4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EFE93-289F-AEA2-CF3C-EAF665EB7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5D544-1334-E958-F989-58C0BBE1B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5CD3-1981-8549-B5A0-33590BC0AC1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568BA-804A-D431-EAF7-91A7C3974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697B3-92C7-2083-4055-87508C34B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E3CA-3CED-1F47-8566-509FE7DCF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53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F66A2-1DC8-3BF5-2708-AC0A42910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FC202-7CEF-D980-0FD1-5835C5CBB6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AE32C9-0D83-9DE4-9A17-544C5DA02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C2CD22-050C-E6DA-2DD0-C27B0475D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5CD3-1981-8549-B5A0-33590BC0AC1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69721-0150-F3B7-5FCD-DED9BB8F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E51521-089B-E7CF-3941-C39C3106F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E3CA-3CED-1F47-8566-509FE7DCF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4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C352-B97F-91F7-9532-007FAC31F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27D1E-264A-4D34-A011-2DBC09FBF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5DA9D7-4B4D-193E-3E3A-2CC51C724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9750E4-B878-8FD7-626E-661DA2B63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8A3524-550C-2F60-0F87-6C8C7B538E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F222CF-16B5-A08E-5953-781D66928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5CD3-1981-8549-B5A0-33590BC0AC1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BC5903-9C00-D667-2D93-167ABE66C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242D14-1014-5CC4-AC5F-85FE13717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E3CA-3CED-1F47-8566-509FE7DCF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05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E8B87-CFFB-BDCF-6153-EF53924F5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9B7FED-55AA-DF6A-687C-2A3723611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5CD3-1981-8549-B5A0-33590BC0AC1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705A6E-4DBE-3FCC-7830-D13EFEC47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752F9D-38BA-00D2-B3FB-08666C8D6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E3CA-3CED-1F47-8566-509FE7DCF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036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9154C3-3567-C499-4CF3-DEE0437FD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5CD3-1981-8549-B5A0-33590BC0AC1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40B690-0B53-C411-0FAF-2910C3F69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707AD-B1D0-8735-6D06-27ACDA929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E3CA-3CED-1F47-8566-509FE7DCF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674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5C8ED-771A-1C62-F9C0-0C3BE86D5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1BD45-6592-A3A7-DA72-8C2D0C0E6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8D4BA-6518-9090-6918-4F54A9883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58E58-D42A-9E71-9CED-CD69FD0C7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5CD3-1981-8549-B5A0-33590BC0AC1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60CFFF-2027-D88E-D7CD-4BD0D75EF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A70D4-1FB2-3754-A167-F5CEEB791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E3CA-3CED-1F47-8566-509FE7DCF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275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8562B-3B4E-7AFA-45B1-3378D5317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455077-C342-E0D9-4278-909B47FEE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B57EED-649C-8C4B-7C5A-BC778184F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8F085-FBC9-E846-3E77-E9718D887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5CD3-1981-8549-B5A0-33590BC0AC1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400E9-0B3E-510F-E253-F87F048DF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33EF4-6A44-DDA5-3823-3BE2C0FF9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E3CA-3CED-1F47-8566-509FE7DCF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79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98487-4B85-317B-A4EA-7EAD41E40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D79DC6-F005-2936-762C-59FE13C83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AFC22-DA44-3009-A4F8-53FEDB296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5CD3-1981-8549-B5A0-33590BC0AC1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A7073-3BDA-4819-72DF-A92519ADE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018D9-453A-8D0A-3998-CA9054CA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E3CA-3CED-1F47-8566-509FE7DCF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71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E5E003-B651-E295-92E3-ACE0771977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8C810-BBEB-6D9A-41E5-61A68B122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7DE10-EA70-125A-F31D-78BD783DE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85CD3-1981-8549-B5A0-33590BC0AC1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CDBFB-CF93-80B2-4C7A-26F435D01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B55F3-975C-D5DC-E14B-F79C7C42A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E3CA-3CED-1F47-8566-509FE7DCF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487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B016DA-12E2-572B-B7EF-92CA72DB9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3600E-DE31-5A7C-D63D-01115E04A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B080F-BF99-C199-4A1B-9CBA0E21E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85CD3-1981-8549-B5A0-33590BC0AC1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DC317-DCC1-A2E3-C894-7A31DC72A2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E6E84-7453-1924-41EC-15FD71A1A0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EE3CA-3CED-1F47-8566-509FE7DCF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84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04964-0B9D-5705-D924-608D18C582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Presentation Name (Main Title)</a:t>
            </a:r>
            <a:br>
              <a:rPr lang="en-IN" dirty="0"/>
            </a:br>
            <a:r>
              <a:rPr lang="en-IN" dirty="0"/>
              <a:t>Future AI </a:t>
            </a:r>
            <a:r>
              <a:rPr lang="en-IN" dirty="0" err="1"/>
              <a:t>Falah</a:t>
            </a:r>
            <a:r>
              <a:rPr lang="en-IN" dirty="0"/>
              <a:t> Lock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8BD45C-8427-F1C0-BEC7-114AC60A67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/>
              <a:t>Subtitle: Safe AI, Strong Mind, Secure Success</a:t>
            </a:r>
          </a:p>
          <a:p>
            <a:br>
              <a:rPr lang="en-IN"/>
            </a:br>
            <a:endParaRPr lang="en-IN"/>
          </a:p>
          <a:p>
            <a:r>
              <a:rPr lang="en-IN"/>
              <a:t>(“Falah” = long-term success + protection.)</a:t>
            </a:r>
          </a:p>
        </p:txBody>
      </p:sp>
    </p:spTree>
    <p:extLst>
      <p:ext uri="{BB962C8B-B14F-4D97-AF65-F5344CB8AC3E}">
        <p14:creationId xmlns:p14="http://schemas.microsoft.com/office/powerpoint/2010/main" val="1376686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36937-1539-A873-DC33-12C89EB4B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Slide 1 – Concept</a:t>
            </a:r>
            <a:br>
              <a:rPr lang="en-IN" dirty="0"/>
            </a:br>
            <a:r>
              <a:rPr lang="en-IN" dirty="0"/>
              <a:t>Title: What Is “AI </a:t>
            </a:r>
            <a:r>
              <a:rPr lang="en-IN" dirty="0" err="1"/>
              <a:t>Falah</a:t>
            </a:r>
            <a:r>
              <a:rPr lang="en-IN" dirty="0"/>
              <a:t> Lock”?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4E488-648C-B374-C961-A142172E5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My personal system to use AI with safety and discipline</a:t>
            </a:r>
          </a:p>
          <a:p>
            <a:r>
              <a:rPr lang="en-IN"/>
              <a:t>Goal: protect mind, data, money, and future</a:t>
            </a:r>
          </a:p>
          <a:p>
            <a:r>
              <a:rPr lang="en-IN"/>
              <a:t>AI is a tool; “Falah Lock” is the protection layer</a:t>
            </a:r>
          </a:p>
          <a:p>
            <a:r>
              <a:rPr lang="en-IN"/>
              <a:t>Result: long-term growth without losing control</a:t>
            </a:r>
          </a:p>
        </p:txBody>
      </p:sp>
    </p:spTree>
    <p:extLst>
      <p:ext uri="{BB962C8B-B14F-4D97-AF65-F5344CB8AC3E}">
        <p14:creationId xmlns:p14="http://schemas.microsoft.com/office/powerpoint/2010/main" val="209236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C8AB7-A30B-2180-EBCD-EFACF124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2 – Vision of My FuturTitle: My Future with AI (2025–2047)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AD7A6-A3B8-0BA4-6D26-4432E2984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Use AI for learning, business, and automation</a:t>
            </a:r>
          </a:p>
          <a:p>
            <a:r>
              <a:rPr lang="en-IN"/>
              <a:t>No blind trust: verify first, then act</a:t>
            </a:r>
          </a:p>
          <a:p>
            <a:r>
              <a:rPr lang="en-IN"/>
              <a:t>Strong digital identity, zero compromise on security</a:t>
            </a:r>
          </a:p>
          <a:p>
            <a:r>
              <a:rPr lang="en-IN"/>
              <a:t>Falah = growth with peace, not panic</a:t>
            </a:r>
          </a:p>
        </p:txBody>
      </p:sp>
    </p:spTree>
    <p:extLst>
      <p:ext uri="{BB962C8B-B14F-4D97-AF65-F5344CB8AC3E}">
        <p14:creationId xmlns:p14="http://schemas.microsoft.com/office/powerpoint/2010/main" val="1715342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EBB26-A27D-F135-58DF-7DC43CC85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3 – Three Pillars of Falah LockTitle: 3 Pillars: Mind, Data, Destiny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A211E-EDCA-99B6-FA88-3E4340198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Mind: clarity, focus, no manipulation</a:t>
            </a:r>
          </a:p>
          <a:p>
            <a:r>
              <a:rPr lang="en-IN"/>
              <a:t>Data: strict control on access and sharing</a:t>
            </a:r>
          </a:p>
          <a:p>
            <a:r>
              <a:rPr lang="en-IN"/>
              <a:t>Destiny: decisions taken by me, not by algorithms</a:t>
            </a:r>
          </a:p>
        </p:txBody>
      </p:sp>
    </p:spTree>
    <p:extLst>
      <p:ext uri="{BB962C8B-B14F-4D97-AF65-F5344CB8AC3E}">
        <p14:creationId xmlns:p14="http://schemas.microsoft.com/office/powerpoint/2010/main" val="1488578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3BF98-DD4B-9C1E-3400-90C52C848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4 – Allowed Use of AITitle: Where I Allow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6F823-F27D-0C5C-C280-0158319C3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Research, summaries, and learning new skills</a:t>
            </a:r>
          </a:p>
          <a:p>
            <a:r>
              <a:rPr lang="en-IN"/>
              <a:t>Business planning, templates, documentation</a:t>
            </a:r>
          </a:p>
          <a:p>
            <a:r>
              <a:rPr lang="en-IN"/>
              <a:t>Creative ideas: branding, content drafts</a:t>
            </a:r>
          </a:p>
          <a:p>
            <a:r>
              <a:rPr lang="en-IN"/>
              <a:t>Repetitive tasks: checklists, reminders, automation (with limits)</a:t>
            </a:r>
          </a:p>
        </p:txBody>
      </p:sp>
    </p:spTree>
    <p:extLst>
      <p:ext uri="{BB962C8B-B14F-4D97-AF65-F5344CB8AC3E}">
        <p14:creationId xmlns:p14="http://schemas.microsoft.com/office/powerpoint/2010/main" val="3636014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888B1-21AA-F354-72D7-057E1003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5 – Not Allowed ZoneTitle: Where I Block or Decline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F4E9F-9EB0-21BF-AD29-55ABDAB65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Any AI asking for passwords, OTPs, or private keys</a:t>
            </a:r>
          </a:p>
          <a:p>
            <a:r>
              <a:rPr lang="en-IN"/>
              <a:t>AI tools that want full device or screen control</a:t>
            </a:r>
          </a:p>
          <a:p>
            <a:r>
              <a:rPr lang="en-IN"/>
              <a:t>Deepfake creation, identity manipulation, or fraud support</a:t>
            </a:r>
          </a:p>
          <a:p>
            <a:r>
              <a:rPr lang="en-IN"/>
              <a:t>Any system that tries to bypass law or security</a:t>
            </a:r>
          </a:p>
        </p:txBody>
      </p:sp>
    </p:spTree>
    <p:extLst>
      <p:ext uri="{BB962C8B-B14F-4D97-AF65-F5344CB8AC3E}">
        <p14:creationId xmlns:p14="http://schemas.microsoft.com/office/powerpoint/2010/main" val="3639280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FEF77-D0AB-8F7F-B643-F98173DE6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6 – Data Lock RulesTitle: Data Protection in AI Falah 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FDB53-3784-ECD6-265A-24FBAC1A0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Share minimum data, only when required</a:t>
            </a:r>
          </a:p>
          <a:p>
            <a:r>
              <a:rPr lang="en-IN"/>
              <a:t>Never upload legal IDs, bank details, or signatures to unknown tools</a:t>
            </a:r>
          </a:p>
          <a:p>
            <a:r>
              <a:rPr lang="en-IN"/>
              <a:t>Prefer on-device or end-to-end encrypted options</a:t>
            </a:r>
          </a:p>
          <a:p>
            <a:r>
              <a:rPr lang="en-IN"/>
              <a:t>Regularly delete unnecessary uploads and histories</a:t>
            </a:r>
          </a:p>
        </p:txBody>
      </p:sp>
    </p:spTree>
    <p:extLst>
      <p:ext uri="{BB962C8B-B14F-4D97-AF65-F5344CB8AC3E}">
        <p14:creationId xmlns:p14="http://schemas.microsoft.com/office/powerpoint/2010/main" val="2764581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727D-9077-187A-F914-69E2E960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7 – Mind Protection RulesTitle: Protecting My Mind from AI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F0CCF-BF3F-B381-1D98-BB3A250CB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No doom-scrolling or addictive AI chats without purpose</a:t>
            </a:r>
          </a:p>
          <a:p>
            <a:r>
              <a:rPr lang="en-IN"/>
              <a:t>Fixed time slots for AI usage, not 24×7 random</a:t>
            </a:r>
          </a:p>
          <a:p>
            <a:r>
              <a:rPr lang="en-IN"/>
              <a:t>Cross-check AI output before major decisions</a:t>
            </a:r>
          </a:p>
          <a:p>
            <a:r>
              <a:rPr lang="en-IN"/>
              <a:t>If content increases fear/confusion → stop and reset</a:t>
            </a:r>
          </a:p>
        </p:txBody>
      </p:sp>
    </p:spTree>
    <p:extLst>
      <p:ext uri="{BB962C8B-B14F-4D97-AF65-F5344CB8AC3E}">
        <p14:creationId xmlns:p14="http://schemas.microsoft.com/office/powerpoint/2010/main" val="2138972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74D65-EE3B-AAB1-7214-55BFA9F14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8 – AI Trust ChecklistTitle: Trust Checklist Before Using Any AI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EE95B-4CAA-878D-A84A-F0269D587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Who owns this AI? Is it a known company?</a:t>
            </a:r>
          </a:p>
          <a:p>
            <a:r>
              <a:rPr lang="en-IN"/>
              <a:t>Clear privacy policy and terms available?</a:t>
            </a:r>
          </a:p>
          <a:p>
            <a:r>
              <a:rPr lang="en-IN"/>
              <a:t>Can I control what data is stored or deleted?</a:t>
            </a:r>
          </a:p>
          <a:p>
            <a:r>
              <a:rPr lang="en-IN"/>
              <a:t>Is there 2FA / login security?</a:t>
            </a:r>
          </a:p>
          <a:p>
            <a:r>
              <a:rPr lang="en-IN"/>
              <a:t>If one answer is “No” → Falah Lock = Decline</a:t>
            </a:r>
          </a:p>
        </p:txBody>
      </p:sp>
    </p:spTree>
    <p:extLst>
      <p:ext uri="{BB962C8B-B14F-4D97-AF65-F5344CB8AC3E}">
        <p14:creationId xmlns:p14="http://schemas.microsoft.com/office/powerpoint/2010/main" val="1626281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7DC6A-058F-C0DD-6270-A2C6A4ADF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9 – Emergency Lock ModeTitle: When to Activate Full “Falah Lock”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60695-C418-2D1E-78B1-697217ABC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/>
              <a:t>Bullet points:</a:t>
            </a:r>
          </a:p>
          <a:p>
            <a:r>
              <a:rPr lang="en-IN"/>
              <a:t>Suspicious login or unknown device access</a:t>
            </a:r>
          </a:p>
          <a:p>
            <a:r>
              <a:rPr lang="en-IN"/>
              <a:t>Sudden messages about money, refunds, or urgent actions</a:t>
            </a:r>
          </a:p>
          <a:p>
            <a:r>
              <a:rPr lang="en-IN"/>
              <a:t>Any hint of deepfake, blackmail, or pressure</a:t>
            </a:r>
          </a:p>
          <a:p>
            <a:r>
              <a:rPr lang="en-IN"/>
              <a:t>Immediate actions:</a:t>
            </a:r>
          </a:p>
          <a:p>
            <a:r>
              <a:rPr lang="en-IN"/>
              <a:t>Change passwords</a:t>
            </a:r>
          </a:p>
          <a:p>
            <a:r>
              <a:rPr lang="en-IN"/>
              <a:t>Revoke app permissions</a:t>
            </a:r>
          </a:p>
          <a:p>
            <a:r>
              <a:rPr lang="en-IN"/>
              <a:t>Contact bank / official helpline</a:t>
            </a:r>
          </a:p>
          <a:p>
            <a:r>
              <a:rPr lang="en-IN"/>
              <a:t>Stop all new AI/tool sign-ups</a:t>
            </a:r>
          </a:p>
        </p:txBody>
      </p:sp>
    </p:spTree>
    <p:extLst>
      <p:ext uri="{BB962C8B-B14F-4D97-AF65-F5344CB8AC3E}">
        <p14:creationId xmlns:p14="http://schemas.microsoft.com/office/powerpoint/2010/main" val="541753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19AF5-39E0-B582-6DEA-5F9B43AB9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10 – Daily Falah RoutineTitle: Daily AI Falah Lock Routine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BA549-924D-03EB-1D98-12013E1D7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Morning: 10 minutes – plan purposeful AI use (learning + work)</a:t>
            </a:r>
          </a:p>
          <a:p>
            <a:r>
              <a:rPr lang="en-IN"/>
              <a:t>Day: use AI only for tasks on the plan</a:t>
            </a:r>
          </a:p>
          <a:p>
            <a:r>
              <a:rPr lang="en-IN"/>
              <a:t>Evening: 5 minutes – review what I shared and used</a:t>
            </a:r>
          </a:p>
          <a:p>
            <a:r>
              <a:rPr lang="en-IN"/>
              <a:t>Weekly: check permissions, logins, and connected apps</a:t>
            </a:r>
          </a:p>
        </p:txBody>
      </p:sp>
    </p:spTree>
    <p:extLst>
      <p:ext uri="{BB962C8B-B14F-4D97-AF65-F5344CB8AC3E}">
        <p14:creationId xmlns:p14="http://schemas.microsoft.com/office/powerpoint/2010/main" val="3767135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27706-9474-3257-2B7D-47D4193D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12 – Final MessageTitle: I Am the Lock, AI Is the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08A66-ACD4-4BA6-DFF0-9A9C30021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Falah = success with safety and dignity</a:t>
            </a:r>
          </a:p>
          <a:p>
            <a:r>
              <a:rPr lang="en-IN"/>
              <a:t>AI can accelerate me, but will not control me</a:t>
            </a:r>
          </a:p>
          <a:p>
            <a:r>
              <a:rPr lang="en-IN"/>
              <a:t>My rules, my limits, my approvals</a:t>
            </a:r>
          </a:p>
          <a:p>
            <a:r>
              <a:rPr lang="en-IN"/>
              <a:t>Core rule: If I feel doubt → Falah Lock ON → I say NO</a:t>
            </a:r>
          </a:p>
        </p:txBody>
      </p:sp>
    </p:spTree>
    <p:extLst>
      <p:ext uri="{BB962C8B-B14F-4D97-AF65-F5344CB8AC3E}">
        <p14:creationId xmlns:p14="http://schemas.microsoft.com/office/powerpoint/2010/main" val="1745897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Presentation Name (Main Title) Future AI Falah Lock</vt:lpstr>
      <vt:lpstr>Slide 1 – Concept Title: What Is “AI Falah Lock”?</vt:lpstr>
      <vt:lpstr>Slide 2 – Vision of My FuturTitle: My Future with AI (2025–2047)</vt:lpstr>
      <vt:lpstr>Slide 3 – Three Pillars of Falah LockTitle: 3 Pillars: Mind, Data, Destiny</vt:lpstr>
      <vt:lpstr>Slide 4 – Allowed Use of AITitle: Where I Allow AI</vt:lpstr>
      <vt:lpstr>Slide 5 – Not Allowed ZoneTitle: Where I Block or Decline AI</vt:lpstr>
      <vt:lpstr>Slide 6 – Data Lock RulesTitle: Data Protection in AI Falah Lock</vt:lpstr>
      <vt:lpstr>Slide 7 – Mind Protection RulesTitle: Protecting My Mind from AI Noise</vt:lpstr>
      <vt:lpstr>Slide 8 – AI Trust ChecklistTitle: Trust Checklist Before Using Any AI Tool</vt:lpstr>
      <vt:lpstr>Slide 9 – Emergency Lock ModeTitle: When to Activate Full “Falah Lock”</vt:lpstr>
      <vt:lpstr>Slide 10 – Daily Falah RoutineTitle: Daily AI Falah Lock Routine</vt:lpstr>
      <vt:lpstr>Slide 12 – Final MessageTitle: I Am the Lock, AI Is the Key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Name (Main Title) Future AI Falah Lock</dc:title>
  <dc:creator>Amit Singh</dc:creator>
  <cp:lastModifiedBy>Amit Singh</cp:lastModifiedBy>
  <cp:revision>1</cp:revision>
  <dcterms:created xsi:type="dcterms:W3CDTF">2025-11-19T15:13:54Z</dcterms:created>
  <dcterms:modified xsi:type="dcterms:W3CDTF">2025-11-19T15:23:00Z</dcterms:modified>
</cp:coreProperties>
</file>