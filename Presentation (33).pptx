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0DAD4-0731-2E99-A4AD-44527029D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807C17-2E8C-04F0-A493-746A9D6AC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2006D-EB1D-2D56-19C9-F876DFD6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5F9C2-1E96-F32A-235C-9283FA67F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77F64-0276-451E-EE84-F16D292BA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0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75C45-C5C1-FC52-F381-E50148183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1FCC1-8F16-D6FE-46C8-0D35D865D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F9EDF-5AEA-2AC0-3477-5F7D78BDF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4C7AF-1F3C-E203-4CFD-456707D48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49167-F97E-6C7D-15BE-02BC5E7F9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31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61B14-8ED6-FCCB-4934-74729EAB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34EAD-C28C-ED26-CF91-06532A4C8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7A164-54D0-90DC-C213-1BACEE121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74FE5-924B-4286-803D-3601E73C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7205F-88E5-F57D-681F-FB36F5E33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6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C5C5-8EF4-C7F2-354D-8F23EA459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CB40D-849B-C784-5916-C5EB455C27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D3C37-24EC-8932-0A53-CD371F627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C7BFF-C455-1914-E846-FAD4C8595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0180D-F5A8-2CAB-B023-F16457EBA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FBD7C-7C68-7BB1-8AE7-46B20B9E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47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A8581-12F7-5A4C-625F-0A6454E71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6E402-7BD8-6E19-0F87-B2D6A8E4E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28F26A-2AE6-C427-B282-F2BB8AA54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52F30-EA9F-2C73-AE0F-AED76389DD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E2466F-73B1-E26D-3ACA-710715CB1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405609-2A09-4994-C526-6B80854FC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BBB855-54AE-54F9-179E-C99C2884C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7C3A50-C72C-965D-F46D-55C932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45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95323-7F93-24D3-67BF-18A4BB533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B0CF2-DC8A-2793-E1AF-460C9A75A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1ECC1-D14A-44FB-7F13-53BE3B5F6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9B026D-3D6A-1C73-A467-F61143179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3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68D-AA09-D846-AE4A-961986A45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FEAAA6-F435-75A3-470A-0516E9E5F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15D96-7EE4-1A1E-F774-2EDA91D3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13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F0BF9-45DF-9373-31CB-354D7C82A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F983B-C726-A171-FDE5-9B75D5435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B976B-8132-D440-92DE-818B78486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8BB72-D43D-36A0-A7FC-82175AFE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9C1F5-5186-D5CA-9726-A2E896A66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659AD-23A5-8002-190B-1C50B20FC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994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E4614-2133-0747-EBEC-A2A06D0A4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4439BC-67FD-2DE0-6EF0-59BB78466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D8E5F-97C0-DF22-D76C-4ADBB8165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300B7-7158-6260-56D8-6854C7125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E2E84-E2BE-C2B3-BFED-EDC79C20F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F264F-7D37-DCD0-3211-0D563DA2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2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BD92-8CB9-4447-0F83-0EAF4680E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36F4E-5711-C780-FED3-599542710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69B05-28B9-351C-1DAF-9650C895D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CB4E6-61E3-BA21-C8B1-F639FF1A8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8D599-514F-345B-F626-E6F4ABBF6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91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DC656B-A4F8-CA6B-C836-D9B1315CBA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489FD-6A55-3A8E-E5FB-378F2E5E6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F2AF3-98A4-F58F-F2CB-6A93F236F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7539C-52A6-659C-AAE9-3318757BF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76E2D-3F9B-9737-B27E-AAC88412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83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EC1747-03FD-7485-F344-67778758D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BDA74-D50B-A03F-7182-061EA53D5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81841-91D1-5218-BCA8-10D0D040F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AAC46-D2AC-C777-184D-7D1FD755B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4B286-5A39-BE27-7CD3-0076B9191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918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1386C-E027-FAF4-D107-0D1E09E2B4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Presentation Name (Main Title)Cyber Scam Protection – Real Location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2B367-6CC2-CD90-412E-1BB68FE6EF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Safe, VPN Not UsedSubtitle: Stay safe even without VPN</a:t>
            </a:r>
          </a:p>
        </p:txBody>
      </p:sp>
    </p:spTree>
    <p:extLst>
      <p:ext uri="{BB962C8B-B14F-4D97-AF65-F5344CB8AC3E}">
        <p14:creationId xmlns:p14="http://schemas.microsoft.com/office/powerpoint/2010/main" val="3254999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3596C-E356-6633-71C9-616D01A0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 – What This Presentation Covers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1390C-315A-7636-3EC8-EB90B92DC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Cyber scams when your real location and IP are visible</a:t>
            </a:r>
          </a:p>
          <a:p>
            <a:r>
              <a:rPr lang="en-IN"/>
              <a:t>Risks of using internet without VPN on unsafe networks</a:t>
            </a:r>
          </a:p>
          <a:p>
            <a:r>
              <a:rPr lang="en-IN"/>
              <a:t>Simple safety rules you can follow every day</a:t>
            </a:r>
          </a:p>
          <a:p>
            <a:r>
              <a:rPr lang="en-IN"/>
              <a:t>Goal: protect money, identity, and devices</a:t>
            </a:r>
          </a:p>
        </p:txBody>
      </p:sp>
    </p:spTree>
    <p:extLst>
      <p:ext uri="{BB962C8B-B14F-4D97-AF65-F5344CB8AC3E}">
        <p14:creationId xmlns:p14="http://schemas.microsoft.com/office/powerpoint/2010/main" val="667528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BA17-E466-F27A-C163-BF506D50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2 – Real Location &amp; IP: What It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85F54-3046-427D-537A-C59752171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Every device has an IP address (internet ID)</a:t>
            </a:r>
          </a:p>
          <a:p>
            <a:r>
              <a:rPr lang="en-IN"/>
              <a:t>IP can show approximate city / region / network type</a:t>
            </a:r>
          </a:p>
          <a:p>
            <a:r>
              <a:rPr lang="en-IN"/>
              <a:t>Many websites and apps log your IP and location</a:t>
            </a:r>
          </a:p>
          <a:p>
            <a:r>
              <a:rPr lang="en-IN"/>
              <a:t>Scammers use this to target you with local-language, local-bank scams</a:t>
            </a:r>
          </a:p>
        </p:txBody>
      </p:sp>
    </p:spTree>
    <p:extLst>
      <p:ext uri="{BB962C8B-B14F-4D97-AF65-F5344CB8AC3E}">
        <p14:creationId xmlns:p14="http://schemas.microsoft.com/office/powerpoint/2010/main" val="1144867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A20EA-7925-69E2-822E-3E9CF159C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3 – When VPN Is Not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50D48-E4EE-7283-68BF-EB859F901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Your real IP and network are directly visible to websites</a:t>
            </a:r>
          </a:p>
          <a:p>
            <a:r>
              <a:rPr lang="en-IN"/>
              <a:t>Your ISP (internet provider) can see which sites you connect to</a:t>
            </a:r>
          </a:p>
          <a:p>
            <a:r>
              <a:rPr lang="en-IN"/>
              <a:t>Public Wi-Fi owners can monitor unprotected traffic</a:t>
            </a:r>
          </a:p>
          <a:p>
            <a:r>
              <a:rPr lang="en-IN"/>
              <a:t>Location-based ads and phishing become more accurate</a:t>
            </a:r>
          </a:p>
        </p:txBody>
      </p:sp>
    </p:spTree>
    <p:extLst>
      <p:ext uri="{BB962C8B-B14F-4D97-AF65-F5344CB8AC3E}">
        <p14:creationId xmlns:p14="http://schemas.microsoft.com/office/powerpoint/2010/main" val="3442963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9F7D-F555-FFD5-F1D5-42433E0B1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4 – Common Cyber Scams Using Real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247C0-109B-979A-46CD-F6BC7B8E6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Fake “local bank” / “local courier” messages (SMS/WhatsApp)</a:t>
            </a:r>
          </a:p>
          <a:p>
            <a:r>
              <a:rPr lang="en-IN"/>
              <a:t>Calls pretending to be from nearby police, telecom, or tax office</a:t>
            </a:r>
          </a:p>
          <a:p>
            <a:r>
              <a:rPr lang="en-IN"/>
              <a:t>Fraud sites using your region name, local language, or local offers</a:t>
            </a:r>
          </a:p>
          <a:p>
            <a:r>
              <a:rPr lang="en-IN"/>
              <a:t>Fake job or loan offers targeted to your city or state</a:t>
            </a:r>
          </a:p>
        </p:txBody>
      </p:sp>
    </p:spTree>
    <p:extLst>
      <p:ext uri="{BB962C8B-B14F-4D97-AF65-F5344CB8AC3E}">
        <p14:creationId xmlns:p14="http://schemas.microsoft.com/office/powerpoint/2010/main" val="2230161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0A007-269F-793A-1B78-304D5EBCB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5 – Public Wi-Fi Without VPN = High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7869E-B79A-68BF-7108-4ED0899DB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Cafes, malls, railway stations, airports Wi-Fi can be unsafe</a:t>
            </a:r>
          </a:p>
          <a:p>
            <a:r>
              <a:rPr lang="en-IN"/>
              <a:t>Attackers on same network may try:</a:t>
            </a:r>
          </a:p>
          <a:p>
            <a:r>
              <a:rPr lang="en-IN"/>
              <a:t>Session hijacking</a:t>
            </a:r>
          </a:p>
          <a:p>
            <a:r>
              <a:rPr lang="en-IN"/>
              <a:t>Fake login pages</a:t>
            </a:r>
          </a:p>
          <a:p>
            <a:r>
              <a:rPr lang="en-IN"/>
              <a:t>Sniffing unencrypted traffic</a:t>
            </a:r>
          </a:p>
          <a:p>
            <a:r>
              <a:rPr lang="en-IN"/>
              <a:t>Rule: no banking, trading, KYC, or private logins on public Wi-Fi</a:t>
            </a:r>
          </a:p>
        </p:txBody>
      </p:sp>
    </p:spTree>
    <p:extLst>
      <p:ext uri="{BB962C8B-B14F-4D97-AF65-F5344CB8AC3E}">
        <p14:creationId xmlns:p14="http://schemas.microsoft.com/office/powerpoint/2010/main" val="344891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84B96-AD55-E17B-479D-FA2DDCE4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6 – Even Without VPN, These Basics Are MUST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FF20F-75C8-CFDD-27AF-F04BBFB0B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Title: Core Protection Rules (No VPN but Still Safe)</a:t>
            </a:r>
          </a:p>
          <a:p>
            <a:br>
              <a:rPr lang="en-IN"/>
            </a:br>
            <a:endParaRPr lang="en-IN"/>
          </a:p>
          <a:p>
            <a:r>
              <a:rPr lang="en-IN"/>
              <a:t>Bullet points:</a:t>
            </a:r>
          </a:p>
          <a:p>
            <a:r>
              <a:rPr lang="en-IN"/>
              <a:t>Use only trusted, password-protected Wi-Fi (home/mobile hotspot)</a:t>
            </a:r>
          </a:p>
          <a:p>
            <a:r>
              <a:rPr lang="en-IN"/>
              <a:t>Always check HTTPS lock icon before entering passwords</a:t>
            </a:r>
          </a:p>
          <a:p>
            <a:r>
              <a:rPr lang="en-IN"/>
              <a:t>Turn on 2FA for email, banking, trading, and social accounts</a:t>
            </a:r>
          </a:p>
          <a:p>
            <a:r>
              <a:rPr lang="en-IN"/>
              <a:t>Keep iOS/Android and apps fully updated</a:t>
            </a:r>
          </a:p>
          <a:p>
            <a:r>
              <a:rPr lang="en-IN"/>
              <a:t>Use strong, unique passwords + password manager</a:t>
            </a:r>
          </a:p>
        </p:txBody>
      </p:sp>
    </p:spTree>
    <p:extLst>
      <p:ext uri="{BB962C8B-B14F-4D97-AF65-F5344CB8AC3E}">
        <p14:creationId xmlns:p14="http://schemas.microsoft.com/office/powerpoint/2010/main" val="3910245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C746-A964-A7AA-0716-3C68E7321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7 – App Location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02737-8FAF-0680-178A-F5E10ACE1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Turn off “Always allow location” for apps that don’t need it</a:t>
            </a:r>
          </a:p>
          <a:p>
            <a:r>
              <a:rPr lang="en-IN"/>
              <a:t>Use “While using the app” instead of “Always”</a:t>
            </a:r>
          </a:p>
          <a:p>
            <a:r>
              <a:rPr lang="en-IN"/>
              <a:t>Disable location tagging in camera/gallery for sensitive photos</a:t>
            </a:r>
          </a:p>
          <a:p>
            <a:r>
              <a:rPr lang="en-IN"/>
              <a:t>Avoid posting live location in social media stories/posts</a:t>
            </a:r>
          </a:p>
        </p:txBody>
      </p:sp>
    </p:spTree>
    <p:extLst>
      <p:ext uri="{BB962C8B-B14F-4D97-AF65-F5344CB8AC3E}">
        <p14:creationId xmlns:p14="http://schemas.microsoft.com/office/powerpoint/2010/main" val="2407660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EEA28-425E-7BA4-3FD9-511DDE45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8 – Social Media &amp; Scams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D7508-FE73-A982-E637-7DFBDBDD6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Scammers study your city, routines, and lifestyle from posts</a:t>
            </a:r>
          </a:p>
          <a:p>
            <a:r>
              <a:rPr lang="en-IN"/>
              <a:t>Avoid posting:</a:t>
            </a:r>
          </a:p>
          <a:p>
            <a:r>
              <a:rPr lang="en-IN"/>
              <a:t>Home address, landmarks near your home</a:t>
            </a:r>
          </a:p>
          <a:p>
            <a:r>
              <a:rPr lang="en-IN"/>
              <a:t>Banking or work location details</a:t>
            </a:r>
          </a:p>
          <a:p>
            <a:r>
              <a:rPr lang="en-IN"/>
              <a:t>Travel plans in real time</a:t>
            </a:r>
          </a:p>
          <a:p>
            <a:r>
              <a:rPr lang="en-IN"/>
              <a:t>Rule: share less, and share late (post after leaving location)</a:t>
            </a:r>
          </a:p>
        </p:txBody>
      </p:sp>
    </p:spTree>
    <p:extLst>
      <p:ext uri="{BB962C8B-B14F-4D97-AF65-F5344CB8AC3E}">
        <p14:creationId xmlns:p14="http://schemas.microsoft.com/office/powerpoint/2010/main" val="2891206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9E227-6932-FEC9-B5C3-6BB16FDF9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9 – Fake VPNs and Wrong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C1911-21C8-D85D-C4B0-CCDA3261B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Many “free VPN” apps can themselves steal data or inject ads</a:t>
            </a:r>
          </a:p>
          <a:p>
            <a:r>
              <a:rPr lang="en-IN"/>
              <a:t>VPN is not a license for crime; illegal activities remain traceable</a:t>
            </a:r>
          </a:p>
          <a:p>
            <a:r>
              <a:rPr lang="en-IN"/>
              <a:t>Only consider well-known, audited VPN providers if needed</a:t>
            </a:r>
          </a:p>
          <a:p>
            <a:r>
              <a:rPr lang="en-IN"/>
              <a:t>If you don’t understand VPN settings, do not experiment blindly</a:t>
            </a:r>
          </a:p>
        </p:txBody>
      </p:sp>
    </p:spTree>
    <p:extLst>
      <p:ext uri="{BB962C8B-B14F-4D97-AF65-F5344CB8AC3E}">
        <p14:creationId xmlns:p14="http://schemas.microsoft.com/office/powerpoint/2010/main" val="785322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90306-6500-96DB-4110-AD4E733E4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10 – Safe Behaviour Checklist (VPN or No VPN)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09A0D-A060-00EE-E7CD-CCF505DD7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I never click unknown links from SMS/WhatsApp/Telegram/Email</a:t>
            </a:r>
          </a:p>
          <a:p>
            <a:r>
              <a:rPr lang="en-IN"/>
              <a:t>I never install remote-access apps on demand from a caller</a:t>
            </a:r>
          </a:p>
          <a:p>
            <a:r>
              <a:rPr lang="en-IN"/>
              <a:t>I never share OTP, PIN, CVV, passwords, or UPI PIN</a:t>
            </a:r>
          </a:p>
          <a:p>
            <a:r>
              <a:rPr lang="en-IN"/>
              <a:t>For money matters, I only trust official apps and websites</a:t>
            </a:r>
          </a:p>
          <a:p>
            <a:r>
              <a:rPr lang="en-IN"/>
              <a:t>If a call/chat creates fear or urgency, I hang up and verify from official number</a:t>
            </a:r>
          </a:p>
        </p:txBody>
      </p:sp>
    </p:spTree>
    <p:extLst>
      <p:ext uri="{BB962C8B-B14F-4D97-AF65-F5344CB8AC3E}">
        <p14:creationId xmlns:p14="http://schemas.microsoft.com/office/powerpoint/2010/main" val="288723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93D67-38C9-9B68-8BC7-462D8A19B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11 – When to Suspect a Cyber Scam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C7677-BA6C-811E-A5F8-32961D6B6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Caller knows your city/area and uses it to create pressure</a:t>
            </a:r>
          </a:p>
          <a:p>
            <a:r>
              <a:rPr lang="en-IN"/>
              <a:t>Message claims to be from bank/police/telecom but comes from mobile number</a:t>
            </a:r>
          </a:p>
          <a:p>
            <a:r>
              <a:rPr lang="en-IN"/>
              <a:t>You are asked to install “screen share”, “remote access” or “KYC” apps</a:t>
            </a:r>
          </a:p>
          <a:p>
            <a:r>
              <a:rPr lang="en-IN"/>
              <a:t>You are told “do not tell anyone, do this fast right now”</a:t>
            </a:r>
          </a:p>
        </p:txBody>
      </p:sp>
    </p:spTree>
    <p:extLst>
      <p:ext uri="{BB962C8B-B14F-4D97-AF65-F5344CB8AC3E}">
        <p14:creationId xmlns:p14="http://schemas.microsoft.com/office/powerpoint/2010/main" val="23748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DDE3-DDD2-48AB-DF8D-6E67C3218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12 – Emergency Steps If You Feel Cheated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16FF-45DB-6B94-968C-570D80644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Immediately disconnect internet and close suspicious app/site</a:t>
            </a:r>
          </a:p>
          <a:p>
            <a:r>
              <a:rPr lang="en-IN"/>
              <a:t>Change passwords of email, banking, and main accounts</a:t>
            </a:r>
          </a:p>
          <a:p>
            <a:r>
              <a:rPr lang="en-IN"/>
              <a:t>Block card/UPI from official bank app or helpline</a:t>
            </a:r>
          </a:p>
          <a:p>
            <a:r>
              <a:rPr lang="en-IN"/>
              <a:t>Take screenshots and note time/details of scam</a:t>
            </a:r>
          </a:p>
          <a:p>
            <a:r>
              <a:rPr lang="en-IN"/>
              <a:t>File complaint with cyber crime portal / local cyber police</a:t>
            </a:r>
          </a:p>
        </p:txBody>
      </p:sp>
    </p:spTree>
    <p:extLst>
      <p:ext uri="{BB962C8B-B14F-4D97-AF65-F5344CB8AC3E}">
        <p14:creationId xmlns:p14="http://schemas.microsoft.com/office/powerpoint/2010/main" val="2798300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7B2A0-D28C-CF17-39D3-6803635AC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13 – My Personal Rules (Real Location Safety)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051E7-84CC-F372-6880-44718863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I will not use public Wi-Fi for money or sensitive work</a:t>
            </a:r>
          </a:p>
          <a:p>
            <a:r>
              <a:rPr lang="en-IN"/>
              <a:t>I will keep location access minimum and controlled</a:t>
            </a:r>
          </a:p>
          <a:p>
            <a:r>
              <a:rPr lang="en-IN"/>
              <a:t>I will not rely on VPN alone; my behaviour is the main safety</a:t>
            </a:r>
          </a:p>
          <a:p>
            <a:r>
              <a:rPr lang="en-IN"/>
              <a:t>If I have doubt about any link, call, or app → I say NO</a:t>
            </a:r>
          </a:p>
        </p:txBody>
      </p:sp>
    </p:spTree>
    <p:extLst>
      <p:ext uri="{BB962C8B-B14F-4D97-AF65-F5344CB8AC3E}">
        <p14:creationId xmlns:p14="http://schemas.microsoft.com/office/powerpoint/2010/main" val="2906511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Presentation Name (Main Title)Cyber Scam Protection – Real Location </vt:lpstr>
      <vt:lpstr>Slide 1 – What This Presentation Covers</vt:lpstr>
      <vt:lpstr>Slide 2 – Real Location &amp; IP: What It Means</vt:lpstr>
      <vt:lpstr>Slide 3 – When VPN Is Not Used</vt:lpstr>
      <vt:lpstr>Slide 4 – Common Cyber Scams Using Real Location</vt:lpstr>
      <vt:lpstr>Slide 5 – Public Wi-Fi Without VPN = High Risk</vt:lpstr>
      <vt:lpstr>Slide 6 – Even Without VPN, These Basics Are MUST</vt:lpstr>
      <vt:lpstr>Slide 7 – App Location Settings</vt:lpstr>
      <vt:lpstr>Slide 8 – Social Media &amp; Scams</vt:lpstr>
      <vt:lpstr>Slide 9 – Fake VPNs and Wrong Use</vt:lpstr>
      <vt:lpstr>Slide 10 – Safe Behaviour Checklist (VPN or No VPN)</vt:lpstr>
      <vt:lpstr>Slide 11 – When to Suspect a Cyber Scam</vt:lpstr>
      <vt:lpstr>Slide 12 – Emergency Steps If You Feel Cheated</vt:lpstr>
      <vt:lpstr>Slide 13 – My Personal Rules (Real Location Safety)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Name (Main Title)Cyber Scam Protection – Real Location </dc:title>
  <dc:creator>Amit Singh</dc:creator>
  <cp:lastModifiedBy>Amit Singh</cp:lastModifiedBy>
  <cp:revision>1</cp:revision>
  <dcterms:created xsi:type="dcterms:W3CDTF">2025-11-19T15:55:20Z</dcterms:created>
  <dcterms:modified xsi:type="dcterms:W3CDTF">2025-11-19T16:00:47Z</dcterms:modified>
</cp:coreProperties>
</file>