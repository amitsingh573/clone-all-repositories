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D5F785-4D27-1AFC-FA99-08D64D2E36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79C014-E47D-CF39-E3C2-571EB2A886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21DDF-689D-9303-9542-47437B607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685C42-53B8-8962-BFCB-635F651F0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C8D9FE-B306-42D9-A919-8E9ACD5EE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372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AF9AE-9841-BE5A-23E0-C2ADDBFE7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4F183-0B01-825E-1AD5-7E7B3AE553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4680C1-9CA7-8531-057E-DB7D91ED6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54DC6B-807C-FCF9-D4DF-3DF3A8267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0C141-AD36-8197-B532-1010AF931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45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E38FF-9FC3-9279-5AC8-970C41E34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37F867-945E-4AA9-FFE4-992400829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2EBAD-15B3-E27A-C3F2-96DF90E3A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7EE14-F096-D4E2-74BF-9BD30318E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D1BD0-7823-9F7D-E8EB-B9888B543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55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65B3A6-1E8F-A9D9-2EDD-FA1E040045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9A48DE-618B-0303-EC7C-EC2F39B579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6E6553-00DA-C18F-16BA-F78D02BAF6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615CF-FBC1-1B30-426F-BCECDFB1F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6930A9-A9E1-46B3-00C0-0EBFA6B385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FAD397-583D-3D56-F174-26C6D0A7C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444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E24AF-5314-DEEB-14B9-13B9060C9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93046-4380-8E02-DC85-56ED7F0FDB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EE49D1-E2D2-AE38-1985-8F73E482E5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9CFF65-CC93-2896-E645-2AF8B1992E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710B08-7ED9-8923-E1C4-16DADAD14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3E9917-F91B-70AA-0663-C3223A29A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487CAE-5EAF-0EA5-6252-BB875A52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0F5C82-976A-42F1-72FA-C8A35A005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68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EA4BE-0CF1-77B4-6CF7-37A958B3C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EFF181-2BFD-7A13-B443-D3BB5780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9B899F-DF99-5E58-080A-3CFC28258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9FF6A-BADF-BCAF-428A-B10652751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80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EA1A4B-3D33-EC17-B2DD-619A4D4FA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C1683C-0CED-494B-0026-99A15C6CA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E8921E-D9F0-0D5C-1C65-4E38B2A7B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660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1CEED-EDB0-E05E-183C-8692F3A6A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0ECD3-57F7-12AA-6B50-5932F3D71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BFD12A-F9D4-A0E3-D6DB-BB83A8E4D8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B7689-A436-E7ED-16CF-0F1302334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591ADC-F9D6-6DE3-037E-AE9AEE231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AAEBD-9E98-95ED-2CE1-19FAC5B4F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684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48A4E-D9EF-8A34-F7DD-F419484B1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CBD04D-8937-08A3-42F5-7F859ADDA6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D4739-CF5D-7A9B-0FCD-1881F59B6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6E9BA1-AD62-73EC-1823-F0AE908FBD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657FAF-6E0C-2D65-EBD2-3388F00F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F874AB-8107-59F4-9D4C-6B0277A2F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65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6A21E0-98B7-6591-CF55-581E73EC9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FA3640-2747-144B-A9BC-E210B300B5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34C1B-937F-208C-E821-E1DCCB88D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837D1F-4F1D-D3FB-09ED-33D745752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24110-265E-9582-9169-85681545E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627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661ECC-0685-8D79-DBED-5451B4162C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963645-4143-5C28-4D8A-777BDA0A67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250677-FE4E-841A-E2B3-32F665516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29A5B-90B0-8DE4-7D5F-32F6AFF9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F6E40-8BB1-3EAD-0B52-B82E4F91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20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A6DFD8-9DCA-E7A5-2C0F-E09C2363B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FC81D1-12F3-BBAF-A31D-F6F5065D2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47D54-25C9-5111-23FF-5651FC0C2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01708-58BC-3441-9670-4433F3F0B7DA}" type="datetimeFigureOut">
              <a:rPr lang="en-US" smtClean="0"/>
              <a:t>11/22/25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0A32CB-5C4B-CE35-D925-9AE8134D5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81CC7-4ABD-B856-2739-C381E188A4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44A4EA-17EA-7942-8592-81BEAA809E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8780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9F7A-F394-36FD-FA70-896F29C656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Slide 1 – Title</a:t>
            </a:r>
            <a:br>
              <a:rPr lang="en-IN" dirty="0"/>
            </a:br>
            <a:r>
              <a:rPr lang="en-IN" dirty="0"/>
              <a:t>Title: TryHackMe Room Completion Blueprint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1006CA-0F12-6AD9-2D5D-27EE2AD73A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IN"/>
              <a:t>Subtitle: Legal, Step-by-Step Method to Finish Rooms</a:t>
            </a:r>
          </a:p>
          <a:p>
            <a:br>
              <a:rPr lang="en-IN"/>
            </a:br>
            <a:endParaRPr lang="en-IN"/>
          </a:p>
          <a:p>
            <a:r>
              <a:rPr lang="en-IN"/>
              <a:t>Bullet points:</a:t>
            </a:r>
          </a:p>
          <a:p>
            <a:r>
              <a:rPr lang="en-IN"/>
              <a:t>Learn hacking skills the right way</a:t>
            </a:r>
          </a:p>
          <a:p>
            <a:r>
              <a:rPr lang="en-IN"/>
              <a:t>No flags/cheats, only process and mindset</a:t>
            </a:r>
          </a:p>
          <a:p>
            <a:r>
              <a:rPr lang="en-IN"/>
              <a:t>Repeatable workflow for any room</a:t>
            </a:r>
          </a:p>
        </p:txBody>
      </p:sp>
    </p:spTree>
    <p:extLst>
      <p:ext uri="{BB962C8B-B14F-4D97-AF65-F5344CB8AC3E}">
        <p14:creationId xmlns:p14="http://schemas.microsoft.com/office/powerpoint/2010/main" val="1611637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4CB26-A655-F876-45B8-820C18A604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2 – Rules: What You Must Not DoTitle: Platform Rules &amp; Fair 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BD70C-8AAD-8486-9291-E1E683E1C2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Do not share or copy flags/answers</a:t>
            </a:r>
          </a:p>
          <a:p>
            <a:r>
              <a:rPr lang="en-IN"/>
              <a:t>Do not use bots/scripts to auto-solve rooms</a:t>
            </a:r>
          </a:p>
          <a:p>
            <a:r>
              <a:rPr lang="en-IN"/>
              <a:t>Do not brute force TryHackMe infrastructure itself</a:t>
            </a:r>
          </a:p>
          <a:p>
            <a:r>
              <a:rPr lang="en-IN"/>
              <a:t>Only attack the target machine given in the room</a:t>
            </a:r>
          </a:p>
          <a:p>
            <a:r>
              <a:rPr lang="en-IN"/>
              <a:t>Use external help only for learning concepts, not for flags</a:t>
            </a:r>
          </a:p>
        </p:txBody>
      </p:sp>
    </p:spTree>
    <p:extLst>
      <p:ext uri="{BB962C8B-B14F-4D97-AF65-F5344CB8AC3E}">
        <p14:creationId xmlns:p14="http://schemas.microsoft.com/office/powerpoint/2010/main" val="2094737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8D2B2-146E-6825-DEEB-DCBFA3390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3 – Your Learning GoalsTitle: Define Your Objective Per Room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5D8DE6-9711-42DE-75AE-E2B275249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Beginner: understand tools and basic commands</a:t>
            </a:r>
          </a:p>
          <a:p>
            <a:r>
              <a:rPr lang="en-IN"/>
              <a:t>Intermediate: build full attack chain (recon → exploit → post-ex)</a:t>
            </a:r>
          </a:p>
          <a:p>
            <a:r>
              <a:rPr lang="en-IN"/>
              <a:t>Advanced: document methodology like a real pentest</a:t>
            </a:r>
          </a:p>
          <a:p>
            <a:r>
              <a:rPr lang="en-IN"/>
              <a:t>Goal for every room:</a:t>
            </a:r>
          </a:p>
          <a:p>
            <a:r>
              <a:rPr lang="en-IN"/>
              <a:t>Learn at least 1 new tool</a:t>
            </a:r>
          </a:p>
          <a:p>
            <a:r>
              <a:rPr lang="en-IN"/>
              <a:t>Learn 1 new technique</a:t>
            </a:r>
          </a:p>
          <a:p>
            <a:r>
              <a:rPr lang="en-IN"/>
              <a:t>Write 3–5 key notes</a:t>
            </a:r>
          </a:p>
        </p:txBody>
      </p:sp>
    </p:spTree>
    <p:extLst>
      <p:ext uri="{BB962C8B-B14F-4D97-AF65-F5344CB8AC3E}">
        <p14:creationId xmlns:p14="http://schemas.microsoft.com/office/powerpoint/2010/main" val="75469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49F2C-5FB3-A610-1494-722F4EA02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4 – Essential ToolkitTitle: Tools You Will Use Often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A7A10-591F-E4FC-7852-D1FC2A55F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Network: ping, nmap, netcat</a:t>
            </a:r>
          </a:p>
          <a:p>
            <a:r>
              <a:rPr lang="en-IN"/>
              <a:t>Web: browser + dev tools, gobuster/dirb, curl</a:t>
            </a:r>
          </a:p>
          <a:p>
            <a:r>
              <a:rPr lang="en-IN"/>
              <a:t>Passwords: hashid, hashcat, john</a:t>
            </a:r>
          </a:p>
          <a:p>
            <a:r>
              <a:rPr lang="en-IN"/>
              <a:t>Files &amp; OS: Linux terminal (bash), find, grep, wget, scp</a:t>
            </a:r>
          </a:p>
          <a:p>
            <a:r>
              <a:rPr lang="en-IN"/>
              <a:t>Note-taking: Obsidian/Notion/OneNote/Markdown</a:t>
            </a:r>
          </a:p>
        </p:txBody>
      </p:sp>
    </p:spTree>
    <p:extLst>
      <p:ext uri="{BB962C8B-B14F-4D97-AF65-F5344CB8AC3E}">
        <p14:creationId xmlns:p14="http://schemas.microsoft.com/office/powerpoint/2010/main" val="213655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47E14-BF70-8EF4-FDAB-99A1DF4BD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5 – Standard Workflow for Any RoomTitle: 7-Step Room Completion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039D6-806F-F6FD-E1A9-01672C0D6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 (high-level):</a:t>
            </a:r>
          </a:p>
          <a:p>
            <a:r>
              <a:rPr lang="en-IN"/>
              <a:t>Read room description &amp; tasks fully</a:t>
            </a:r>
          </a:p>
          <a:p>
            <a:r>
              <a:rPr lang="en-IN"/>
              <a:t>Start machine and note down target IP</a:t>
            </a:r>
          </a:p>
          <a:p>
            <a:r>
              <a:rPr lang="en-IN"/>
              <a:t>Basic connectivity &amp; port scan</a:t>
            </a:r>
          </a:p>
          <a:p>
            <a:r>
              <a:rPr lang="en-IN"/>
              <a:t>Service/Web enumeration</a:t>
            </a:r>
          </a:p>
          <a:p>
            <a:r>
              <a:rPr lang="en-IN"/>
              <a:t>Initial access (exploit / credentials / misconfig)</a:t>
            </a:r>
          </a:p>
          <a:p>
            <a:r>
              <a:rPr lang="en-IN"/>
              <a:t>Privilege escalation or data objective</a:t>
            </a:r>
          </a:p>
          <a:p>
            <a:r>
              <a:rPr lang="en-IN"/>
              <a:t>Answer questions from your findings + write notes</a:t>
            </a:r>
          </a:p>
        </p:txBody>
      </p:sp>
    </p:spTree>
    <p:extLst>
      <p:ext uri="{BB962C8B-B14F-4D97-AF65-F5344CB8AC3E}">
        <p14:creationId xmlns:p14="http://schemas.microsoft.com/office/powerpoint/2010/main" val="2128257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02AD8-D23A-D272-A79B-E34B9B7E3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6 – Step 1: Read First, Do LaterTitle: Understand the Room Before Attacking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ECA20-743F-B4D5-B1A9-BBC1C8E46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Read all tasks/questions once</a:t>
            </a:r>
          </a:p>
          <a:p>
            <a:r>
              <a:rPr lang="en-IN"/>
              <a:t>Identify key topics:</a:t>
            </a:r>
          </a:p>
          <a:p>
            <a:r>
              <a:rPr lang="en-IN"/>
              <a:t>Web / Linux / Windows / crypto / forensics</a:t>
            </a:r>
          </a:p>
          <a:p>
            <a:r>
              <a:rPr lang="en-IN"/>
              <a:t>Note any hints inside task descriptions</a:t>
            </a:r>
          </a:p>
          <a:p>
            <a:r>
              <a:rPr lang="en-IN"/>
              <a:t>Decide what you should learn (Google/Docs/Tutorial) if topic is new</a:t>
            </a:r>
          </a:p>
        </p:txBody>
      </p:sp>
    </p:spTree>
    <p:extLst>
      <p:ext uri="{BB962C8B-B14F-4D97-AF65-F5344CB8AC3E}">
        <p14:creationId xmlns:p14="http://schemas.microsoft.com/office/powerpoint/2010/main" val="1077661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A9A84-C2B9-A89D-D6E4-97023CA5F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7 – Step 2: Start Machine &amp; Basic ChecksTitle: Setup and Connectivity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177C61-45F3-C721-FAEC-93729A13A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Start machine on TryHackMe</a:t>
            </a:r>
          </a:p>
          <a:p>
            <a:r>
              <a:rPr lang="en-IN"/>
              <a:t>Note target IP (e.g., 10.10.x.x)</a:t>
            </a:r>
          </a:p>
          <a:p>
            <a:r>
              <a:rPr lang="en-IN"/>
              <a:t>Basic connectivity:</a:t>
            </a:r>
          </a:p>
          <a:p>
            <a:r>
              <a:rPr lang="en-IN"/>
              <a:t>ping &lt;IP&gt; (if allowed)</a:t>
            </a:r>
          </a:p>
          <a:p>
            <a:r>
              <a:rPr lang="en-IN"/>
              <a:t>Take screenshot of IP and store in notes</a:t>
            </a:r>
          </a:p>
        </p:txBody>
      </p:sp>
    </p:spTree>
    <p:extLst>
      <p:ext uri="{BB962C8B-B14F-4D97-AF65-F5344CB8AC3E}">
        <p14:creationId xmlns:p14="http://schemas.microsoft.com/office/powerpoint/2010/main" val="2655986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1EB5-7D0B-E155-66F6-F28061D3C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8 – Step 3: Port &amp; Service ScanTitle: Discover Open Ports &amp;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4A3FF-9987-68F2-2BDD-E3805D0846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Quick scan example:</a:t>
            </a:r>
          </a:p>
          <a:p>
            <a:r>
              <a:rPr lang="en-IN"/>
              <a:t>nmap -sC -sV -oN initial_scan.txt &lt;IP&gt;</a:t>
            </a:r>
          </a:p>
          <a:p>
            <a:r>
              <a:rPr lang="en-IN"/>
              <a:t>What to look for:</a:t>
            </a:r>
          </a:p>
          <a:p>
            <a:r>
              <a:rPr lang="en-IN"/>
              <a:t>Ports: 22, 80, 443, 139, 445, 3306, etc.</a:t>
            </a:r>
          </a:p>
          <a:p>
            <a:r>
              <a:rPr lang="en-IN"/>
              <a:t>Service names and versions</a:t>
            </a:r>
          </a:p>
          <a:p>
            <a:r>
              <a:rPr lang="en-IN"/>
              <a:t>From each port, ask:</a:t>
            </a:r>
          </a:p>
          <a:p>
            <a:r>
              <a:rPr lang="en-IN"/>
              <a:t>Web? SMB? FTP? SSH? Database?</a:t>
            </a:r>
          </a:p>
          <a:p>
            <a:r>
              <a:rPr lang="en-IN"/>
              <a:t>Write down “attack ideas” for each service</a:t>
            </a:r>
          </a:p>
        </p:txBody>
      </p:sp>
    </p:spTree>
    <p:extLst>
      <p:ext uri="{BB962C8B-B14F-4D97-AF65-F5344CB8AC3E}">
        <p14:creationId xmlns:p14="http://schemas.microsoft.com/office/powerpoint/2010/main" val="1575260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63FD6-6F51-C5DD-2CEB-0A8FD11C2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9 – Step 4: Web Enumeration (If HTTP/HTTPS Open)Title: Find Hidden Paths &amp;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012386-C2C0-F36B-6A97-CF6A8E3D5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Visit http://&lt;IP&gt; in browser</a:t>
            </a:r>
          </a:p>
          <a:p>
            <a:r>
              <a:rPr lang="en-IN"/>
              <a:t>View page source &amp; dev tools</a:t>
            </a:r>
          </a:p>
          <a:p>
            <a:r>
              <a:rPr lang="en-IN"/>
              <a:t>Directory brute force example:</a:t>
            </a:r>
          </a:p>
          <a:p>
            <a:r>
              <a:rPr lang="en-IN"/>
              <a:t>gobuster dir -u http://&lt;IP&gt; -w /usr/share/wordlists/dirb/common.txt</a:t>
            </a:r>
          </a:p>
          <a:p>
            <a:r>
              <a:rPr lang="en-IN"/>
              <a:t>Watch for:</a:t>
            </a:r>
          </a:p>
          <a:p>
            <a:r>
              <a:rPr lang="en-IN"/>
              <a:t>/admin, /login, /backup, /uploads, /hidden</a:t>
            </a:r>
          </a:p>
          <a:p>
            <a:r>
              <a:rPr lang="en-IN"/>
              <a:t>Try simple tests:</a:t>
            </a:r>
          </a:p>
          <a:p>
            <a:r>
              <a:rPr lang="en-IN"/>
              <a:t>Default passwords, parameter fuzzing, cookies review</a:t>
            </a:r>
          </a:p>
        </p:txBody>
      </p:sp>
    </p:spTree>
    <p:extLst>
      <p:ext uri="{BB962C8B-B14F-4D97-AF65-F5344CB8AC3E}">
        <p14:creationId xmlns:p14="http://schemas.microsoft.com/office/powerpoint/2010/main" val="2169340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7E3DB-B63A-7841-7A73-EBBD2DCF2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10 – Step 5: Getting Initial AccessTitle: From Enumeration to First Shell /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C13EC8-A65A-0D55-970A-09F39D31E3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Common paths to access:</a:t>
            </a:r>
          </a:p>
          <a:p>
            <a:r>
              <a:rPr lang="en-IN"/>
              <a:t>Weak login (default / leaked credentials)</a:t>
            </a:r>
          </a:p>
          <a:p>
            <a:r>
              <a:rPr lang="en-IN"/>
              <a:t>File upload → web shell</a:t>
            </a:r>
          </a:p>
          <a:p>
            <a:r>
              <a:rPr lang="en-IN"/>
              <a:t>Command injection / RCE</a:t>
            </a:r>
          </a:p>
          <a:p>
            <a:r>
              <a:rPr lang="en-IN"/>
              <a:t>Misconfigured services (FTP/SMB shares)</a:t>
            </a:r>
          </a:p>
          <a:p>
            <a:r>
              <a:rPr lang="en-IN"/>
              <a:t>Always:</a:t>
            </a:r>
          </a:p>
          <a:p>
            <a:r>
              <a:rPr lang="en-IN"/>
              <a:t>Understand the vulnerability</a:t>
            </a:r>
          </a:p>
          <a:p>
            <a:r>
              <a:rPr lang="en-IN"/>
              <a:t>Test carefully, note commands and payloads</a:t>
            </a:r>
          </a:p>
          <a:p>
            <a:r>
              <a:rPr lang="en-IN"/>
              <a:t>Goal: obtain low-privilege shell or target data</a:t>
            </a:r>
          </a:p>
        </p:txBody>
      </p:sp>
    </p:spTree>
    <p:extLst>
      <p:ext uri="{BB962C8B-B14F-4D97-AF65-F5344CB8AC3E}">
        <p14:creationId xmlns:p14="http://schemas.microsoft.com/office/powerpoint/2010/main" val="857705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35D2B-38D6-7C0C-6948-C03C6FDBE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11 – Step 6: Privilege Escalation StrategyTitle: Becoming root / Administrator (When Required)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93121-7EB1-396C-0622-8AF014601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Enumerate system info:</a:t>
            </a:r>
          </a:p>
          <a:p>
            <a:r>
              <a:rPr lang="en-IN"/>
              <a:t>whoami, id, uname -a, sudo -l</a:t>
            </a:r>
          </a:p>
          <a:p>
            <a:r>
              <a:rPr lang="en-IN"/>
              <a:t>Check files &amp; permissions:</a:t>
            </a:r>
          </a:p>
          <a:p>
            <a:r>
              <a:rPr lang="en-IN"/>
              <a:t>find / -perm -4000 -type f 2&gt;/dev/null</a:t>
            </a:r>
          </a:p>
          <a:p>
            <a:r>
              <a:rPr lang="en-IN"/>
              <a:t>Interesting configs: /etc/passwd, /etc/crontab, app configs</a:t>
            </a:r>
          </a:p>
          <a:p>
            <a:r>
              <a:rPr lang="en-IN"/>
              <a:t>Look for:</a:t>
            </a:r>
          </a:p>
          <a:p>
            <a:r>
              <a:rPr lang="en-IN"/>
              <a:t>Sudo misconfig</a:t>
            </a:r>
          </a:p>
          <a:p>
            <a:r>
              <a:rPr lang="en-IN"/>
              <a:t>SUID binaries</a:t>
            </a:r>
          </a:p>
          <a:p>
            <a:r>
              <a:rPr lang="en-IN"/>
              <a:t>Cron jobs</a:t>
            </a:r>
          </a:p>
          <a:p>
            <a:r>
              <a:rPr lang="en-IN"/>
              <a:t>Credentials in scripts/logs</a:t>
            </a:r>
          </a:p>
          <a:p>
            <a:r>
              <a:rPr lang="en-IN"/>
              <a:t>Use GTFOBins &amp; standard privesc checklists to guide you</a:t>
            </a:r>
          </a:p>
        </p:txBody>
      </p:sp>
    </p:spTree>
    <p:extLst>
      <p:ext uri="{BB962C8B-B14F-4D97-AF65-F5344CB8AC3E}">
        <p14:creationId xmlns:p14="http://schemas.microsoft.com/office/powerpoint/2010/main" val="3305950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FEFF9-4C71-A3B4-7BD1-CCF94082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12 – Step 7: Answering Tasks CorrectlyTitle: Mapping Findings to THM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61941-572B-AD45-9865-EEE7CF72D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For each question:</a:t>
            </a:r>
          </a:p>
          <a:p>
            <a:r>
              <a:rPr lang="en-IN"/>
              <a:t>Ask: “What part of my recon/exploit gives this answer?”</a:t>
            </a:r>
          </a:p>
          <a:p>
            <a:r>
              <a:rPr lang="en-IN"/>
              <a:t>Use:</a:t>
            </a:r>
          </a:p>
          <a:p>
            <a:r>
              <a:rPr lang="en-IN"/>
              <a:t>File content, command outputs, web pages</a:t>
            </a:r>
          </a:p>
          <a:p>
            <a:r>
              <a:rPr lang="en-IN"/>
              <a:t>Never guess random values; always tie back to evidence</a:t>
            </a:r>
          </a:p>
          <a:p>
            <a:r>
              <a:rPr lang="en-IN"/>
              <a:t>If stuck:</a:t>
            </a:r>
          </a:p>
          <a:p>
            <a:r>
              <a:rPr lang="en-IN"/>
              <a:t>Re-read question → hint for specific service/file</a:t>
            </a:r>
          </a:p>
          <a:p>
            <a:r>
              <a:rPr lang="en-IN"/>
              <a:t>Re-run focused enumeration on that area</a:t>
            </a:r>
          </a:p>
        </p:txBody>
      </p:sp>
    </p:spTree>
    <p:extLst>
      <p:ext uri="{BB962C8B-B14F-4D97-AF65-F5344CB8AC3E}">
        <p14:creationId xmlns:p14="http://schemas.microsoft.com/office/powerpoint/2010/main" val="35569858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A6791-1FE7-134B-E08B-D9B91463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13 – When You Are Stuck (Legal Help Only)Title: Troubleshooting Without Cheating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7A67D-3C5F-8416-5551-A818F9141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Re-check: IP, VPN connection, target running</a:t>
            </a:r>
          </a:p>
          <a:p>
            <a:r>
              <a:rPr lang="en-IN"/>
              <a:t>Re-run scans with different options</a:t>
            </a:r>
          </a:p>
          <a:p>
            <a:r>
              <a:rPr lang="en-IN"/>
              <a:t>Search the technique (not the exact question text) on web</a:t>
            </a:r>
          </a:p>
          <a:p>
            <a:r>
              <a:rPr lang="en-IN"/>
              <a:t>Ask AI support for:</a:t>
            </a:r>
          </a:p>
          <a:p>
            <a:r>
              <a:rPr lang="en-IN"/>
              <a:t>Concept explanation</a:t>
            </a:r>
          </a:p>
          <a:p>
            <a:r>
              <a:rPr lang="en-IN"/>
              <a:t>How to read your nmap/gobuster output</a:t>
            </a:r>
          </a:p>
          <a:p>
            <a:r>
              <a:rPr lang="en-IN"/>
              <a:t>What to try next (not the flag)</a:t>
            </a:r>
          </a:p>
          <a:p>
            <a:r>
              <a:rPr lang="en-IN"/>
              <a:t>Use forum write-ups only after you finish, for learning comparison</a:t>
            </a:r>
          </a:p>
        </p:txBody>
      </p:sp>
    </p:spTree>
    <p:extLst>
      <p:ext uri="{BB962C8B-B14F-4D97-AF65-F5344CB8AC3E}">
        <p14:creationId xmlns:p14="http://schemas.microsoft.com/office/powerpoint/2010/main" val="131276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09D436-A7A9-0E3A-F662-C8C892663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14 – Documentation &amp; Personal PlaybookTitle: Turn Every Room into a Reusable Playbook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3B2C61-29D6-4054-45DA-C99FE9B0A8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After completing room:</a:t>
            </a:r>
          </a:p>
          <a:p>
            <a:r>
              <a:rPr lang="en-IN"/>
              <a:t>Save commands used</a:t>
            </a:r>
          </a:p>
          <a:p>
            <a:r>
              <a:rPr lang="en-IN"/>
              <a:t>Save screenshots of key steps</a:t>
            </a:r>
          </a:p>
          <a:p>
            <a:r>
              <a:rPr lang="en-IN"/>
              <a:t>Write summary: vector, exploit, privesc, fix</a:t>
            </a:r>
          </a:p>
          <a:p>
            <a:r>
              <a:rPr lang="en-IN"/>
              <a:t>Organize by category:</a:t>
            </a:r>
          </a:p>
          <a:p>
            <a:r>
              <a:rPr lang="en-IN"/>
              <a:t>Web, Linux, Windows, Crypto, Forensics, etc.</a:t>
            </a:r>
          </a:p>
          <a:p>
            <a:r>
              <a:rPr lang="en-IN"/>
              <a:t>This becomes your own “red team manual”</a:t>
            </a:r>
          </a:p>
        </p:txBody>
      </p:sp>
    </p:spTree>
    <p:extLst>
      <p:ext uri="{BB962C8B-B14F-4D97-AF65-F5344CB8AC3E}">
        <p14:creationId xmlns:p14="http://schemas.microsoft.com/office/powerpoint/2010/main" val="36045163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593E2-8F05-0606-115F-076E683E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15 – Daily / Weekly RoutineTitle: Consistent Practice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559023-6F98-8963-DE5D-11379B0A93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/>
              <a:t>Bullet points:</a:t>
            </a:r>
          </a:p>
          <a:p>
            <a:r>
              <a:rPr lang="en-IN"/>
              <a:t>Daily (60–90 minutes):</a:t>
            </a:r>
          </a:p>
          <a:p>
            <a:r>
              <a:rPr lang="en-IN"/>
              <a:t>15 min: theory (article/video)</a:t>
            </a:r>
          </a:p>
          <a:p>
            <a:r>
              <a:rPr lang="en-IN"/>
              <a:t>45–60 min: 1–2 room tasks</a:t>
            </a:r>
          </a:p>
          <a:p>
            <a:r>
              <a:rPr lang="en-IN"/>
              <a:t>10–15 min: notes &amp; reflection</a:t>
            </a:r>
          </a:p>
          <a:p>
            <a:r>
              <a:rPr lang="en-IN"/>
              <a:t>Weekly:</a:t>
            </a:r>
          </a:p>
          <a:p>
            <a:r>
              <a:rPr lang="en-IN"/>
              <a:t>Finish 2–3 rooms</a:t>
            </a:r>
          </a:p>
          <a:p>
            <a:r>
              <a:rPr lang="en-IN"/>
              <a:t>Review your notes</a:t>
            </a:r>
          </a:p>
          <a:p>
            <a:r>
              <a:rPr lang="en-IN"/>
              <a:t>Identify weak areas (Linux, web, privesc) and focus</a:t>
            </a:r>
          </a:p>
        </p:txBody>
      </p:sp>
    </p:spTree>
    <p:extLst>
      <p:ext uri="{BB962C8B-B14F-4D97-AF65-F5344CB8AC3E}">
        <p14:creationId xmlns:p14="http://schemas.microsoft.com/office/powerpoint/2010/main" val="392862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3343F-4A46-3F7C-4B4D-8D926442F0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Slide 16 – Final SlideTitle: Complete Rooms, Build Skills – Not Just Flags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D394D-8044-ACC2-E90D-7372BCCC51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Bullet points:</a:t>
            </a:r>
          </a:p>
          <a:p>
            <a:r>
              <a:rPr lang="en-IN"/>
              <a:t>Focus on process, not shortcuts</a:t>
            </a:r>
          </a:p>
          <a:p>
            <a:r>
              <a:rPr lang="en-IN"/>
              <a:t>Use every room to learn at least one new technique</a:t>
            </a:r>
          </a:p>
          <a:p>
            <a:r>
              <a:rPr lang="en-IN"/>
              <a:t>Keep your notes, they are more valuable than points</a:t>
            </a:r>
          </a:p>
          <a:p>
            <a:r>
              <a:rPr lang="en-IN"/>
              <a:t>Respect platform rules, grow like a real security professional</a:t>
            </a:r>
          </a:p>
        </p:txBody>
      </p:sp>
    </p:spTree>
    <p:extLst>
      <p:ext uri="{BB962C8B-B14F-4D97-AF65-F5344CB8AC3E}">
        <p14:creationId xmlns:p14="http://schemas.microsoft.com/office/powerpoint/2010/main" val="822370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Slide 1 – Title Title: TryHackMe Room Completion Blueprint</vt:lpstr>
      <vt:lpstr>Slide 2 – Rules: What You Must Not DoTitle: Platform Rules &amp; Fair Use</vt:lpstr>
      <vt:lpstr>Slide 3 – Your Learning GoalsTitle: Define Your Objective Per Room</vt:lpstr>
      <vt:lpstr>Slide 4 – Essential ToolkitTitle: Tools You Will Use Often</vt:lpstr>
      <vt:lpstr>Slide 5 – Standard Workflow for Any RoomTitle: 7-Step Room Completion Flow</vt:lpstr>
      <vt:lpstr>Slide 6 – Step 1: Read First, Do LaterTitle: Understand the Room Before Attacking</vt:lpstr>
      <vt:lpstr>Slide 7 – Step 2: Start Machine &amp; Basic ChecksTitle: Setup and Connectivity</vt:lpstr>
      <vt:lpstr>Slide 8 – Step 3: Port &amp; Service ScanTitle: Discover Open Ports &amp; Services</vt:lpstr>
      <vt:lpstr>Slide 9 – Step 4: Web Enumeration (If HTTP/HTTPS Open)Title: Find Hidden Paths &amp; Features</vt:lpstr>
      <vt:lpstr>Slide 10 – Step 5: Getting Initial AccessTitle: From Enumeration to First Shell / Access</vt:lpstr>
      <vt:lpstr>Slide 11 – Step 6: Privilege Escalation StrategyTitle: Becoming root / Administrator (When Required)</vt:lpstr>
      <vt:lpstr>Slide 12 – Step 7: Answering Tasks CorrectlyTitle: Mapping Findings to THM Questions</vt:lpstr>
      <vt:lpstr>Slide 13 – When You Are Stuck (Legal Help Only)Title: Troubleshooting Without Cheating</vt:lpstr>
      <vt:lpstr>Slide 14 – Documentation &amp; Personal PlaybookTitle: Turn Every Room into a Reusable Playbook</vt:lpstr>
      <vt:lpstr>Slide 15 – Daily / Weekly RoutineTitle: Consistent Practice Plan</vt:lpstr>
      <vt:lpstr>Slide 16 – Final SlideTitle: Complete Rooms, Build Skills – Not Just Flags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 – Title Title: TryHackMe Room Completion Blueprint</dc:title>
  <dc:creator>Amit Singh</dc:creator>
  <cp:lastModifiedBy>Amit Singh</cp:lastModifiedBy>
  <cp:revision>1</cp:revision>
  <dcterms:created xsi:type="dcterms:W3CDTF">2025-11-22T14:21:13Z</dcterms:created>
  <dcterms:modified xsi:type="dcterms:W3CDTF">2025-11-22T14:34:41Z</dcterms:modified>
</cp:coreProperties>
</file>