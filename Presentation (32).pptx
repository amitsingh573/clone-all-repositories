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33CA4B-B35D-08EB-74D6-44E7ECDB0A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0BD0CD5-4BE8-48CB-73A4-4DDB3965A7F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8CF002-1071-C180-F639-DD4B25FA71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1F6665-8F30-724A-A9A1-5E426100BBC3}" type="datetimeFigureOut">
              <a:rPr lang="en-US" smtClean="0"/>
              <a:t>11/19/25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F7FF1B-1D54-E80D-FE10-F87492134E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4543A2-BE70-8500-E071-310D52087A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5CCB2-9EBB-BD4D-BAA5-DBD0E77E36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86783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A471D7-0C6C-E98D-7517-B3F03F3BBD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D1E490-7C0E-C743-622A-B2377ACA92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6ECF60-CB00-1CDC-133B-736D6FC249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1F6665-8F30-724A-A9A1-5E426100BBC3}" type="datetimeFigureOut">
              <a:rPr lang="en-US" smtClean="0"/>
              <a:t>11/19/25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D4DE0D-B182-8ED8-EC8A-8AB5D06E16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33D22F-CBAA-14AB-CF15-83816274D5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5CCB2-9EBB-BD4D-BAA5-DBD0E77E36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30823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B6347F-B935-829D-0079-D45125860F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50A9A3-6D8D-F7A4-9AD5-1B053F0851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28FB4A-29D7-05A3-AF43-B32CC894C5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1F6665-8F30-724A-A9A1-5E426100BBC3}" type="datetimeFigureOut">
              <a:rPr lang="en-US" smtClean="0"/>
              <a:t>11/19/25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741907-7201-3AAC-5689-47ECC97C71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D8B2D8-26A5-2FA3-3C13-4A1710E2D9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5CCB2-9EBB-BD4D-BAA5-DBD0E77E36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5704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D3FF7B-94F5-CBDF-96CD-1F4459B8B2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85DEFB-336C-33B3-BFDD-43604BD86A9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CF6BCB5-FA6B-3029-ADEF-F4252E31B3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9ED225-2D33-20D9-E2F1-E4D63E0759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1F6665-8F30-724A-A9A1-5E426100BBC3}" type="datetimeFigureOut">
              <a:rPr lang="en-US" smtClean="0"/>
              <a:t>11/19/25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F025A5-E375-2F02-9DCC-C5FF6B8777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EBBE42-D371-4E1F-3483-20ABB17F8B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5CCB2-9EBB-BD4D-BAA5-DBD0E77E36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98381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9865D4-FC35-A0BE-7A5A-5FCF25AD25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74216C-9244-B7F9-CE9E-9A40EBEB27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C31F666-2D08-10E3-D7C0-C95BFE2625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148BA7-BA3C-07E9-F3F8-0924E86D2C4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EE3DF38-5721-6544-1917-E7AD60463C5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F8F70B0-2C54-CF03-453D-E28FB90947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1F6665-8F30-724A-A9A1-5E426100BBC3}" type="datetimeFigureOut">
              <a:rPr lang="en-US" smtClean="0"/>
              <a:t>11/19/25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0C1284C-9899-155C-EC88-1FFB0D5A69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35C9DB6-9595-F3D1-6470-81B16B73F9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5CCB2-9EBB-BD4D-BAA5-DBD0E77E36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72761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F64274-418C-C881-EA94-87071D28BE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EDB72C5-8C05-1AFB-A315-7A3339104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1F6665-8F30-724A-A9A1-5E426100BBC3}" type="datetimeFigureOut">
              <a:rPr lang="en-US" smtClean="0"/>
              <a:t>11/19/25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1803EEC-CCFF-4BFA-C444-315BCCEDF0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04190B-1CF0-F6CC-9BAF-A6CFB9AF87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5CCB2-9EBB-BD4D-BAA5-DBD0E77E36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60180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A29F938-6B49-EBA4-0E87-66044049A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1F6665-8F30-724A-A9A1-5E426100BBC3}" type="datetimeFigureOut">
              <a:rPr lang="en-US" smtClean="0"/>
              <a:t>11/19/25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26C7D03-1D82-5837-620D-FF3ADBA381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8CD134-6C19-FE40-B44B-55FF375263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5CCB2-9EBB-BD4D-BAA5-DBD0E77E36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07462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82EFBB-DCAD-C652-D846-48E89E61F5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96ABFF-2E23-CCF5-E0B8-F4F92B22BE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C044877-7D80-2A30-E896-73F129A9DD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C8CA96-4240-0A7D-A1D7-EC6F50CB2A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1F6665-8F30-724A-A9A1-5E426100BBC3}" type="datetimeFigureOut">
              <a:rPr lang="en-US" smtClean="0"/>
              <a:t>11/19/25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624801-1A98-0A08-0FEC-354B3D0592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E47692-B93D-4D9D-466F-A274827C86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5CCB2-9EBB-BD4D-BAA5-DBD0E77E36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1889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18DB1F-BD25-CDF9-E532-516E1A69AF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60CBF18-B6C5-07AD-4563-BAFD67C1B52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B066404-3DCC-A003-2BED-CD2765C437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BB86DB-3972-20F3-9B54-F264342274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1F6665-8F30-724A-A9A1-5E426100BBC3}" type="datetimeFigureOut">
              <a:rPr lang="en-US" smtClean="0"/>
              <a:t>11/19/25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2E8CAC-B276-053B-BBCF-F67752567E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438E5-02A9-AB13-F3A8-0AD9F3CBDB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5CCB2-9EBB-BD4D-BAA5-DBD0E77E36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57521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8D5B23-913A-60C6-9B3E-EDC112B694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34B00D8-9ED6-1A1F-2955-E0CA88E320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F2CA3-5F7A-C036-36EA-B977D8B698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1F6665-8F30-724A-A9A1-5E426100BBC3}" type="datetimeFigureOut">
              <a:rPr lang="en-US" smtClean="0"/>
              <a:t>11/19/25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4C2A29-C0ED-8040-24EF-249899EBE0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033735-C053-8880-7D18-B4C08CD585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5CCB2-9EBB-BD4D-BAA5-DBD0E77E36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21867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8BACF8C-EB1A-15BB-3EF1-1CA86DFEB27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95AAFAC-AAB7-7D98-D47B-6E1ACE88ED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CC69F0-B36D-16A4-C56A-343637AE76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1F6665-8F30-724A-A9A1-5E426100BBC3}" type="datetimeFigureOut">
              <a:rPr lang="en-US" smtClean="0"/>
              <a:t>11/19/25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471889-5EF1-7CF5-94FB-D46329AE50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C81C4F-DEEB-B617-0136-1D99486F92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5CCB2-9EBB-BD4D-BAA5-DBD0E77E36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94028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E74A2B0-D3C1-BD50-B115-C47EE40C72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55B5D3-7338-FED3-9987-89DCD8ECD6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B958CC-39E8-0125-7CF7-DAA31FAED41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1F6665-8F30-724A-A9A1-5E426100BBC3}" type="datetimeFigureOut">
              <a:rPr lang="en-US" smtClean="0"/>
              <a:t>11/19/25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A3C21A-2901-65E8-6D91-E984711FDA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C60EA3-9FE2-8237-7A4E-F8F23898E6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F5CCB2-9EBB-BD4D-BAA5-DBD0E77E36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55068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ED5286-DB7F-A1DB-F313-DDE95A42242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Presentation Name (Main Title)Protecting My Bitcoin – Strong Money Safety Plan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8125E2B-90BA-37D4-3A31-4F72E56C576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/>
              <a:t>Subtitle: Zero compromise on security</a:t>
            </a:r>
          </a:p>
        </p:txBody>
      </p:sp>
    </p:spTree>
    <p:extLst>
      <p:ext uri="{BB962C8B-B14F-4D97-AF65-F5344CB8AC3E}">
        <p14:creationId xmlns:p14="http://schemas.microsoft.com/office/powerpoint/2010/main" val="7132035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7E893B-D9C9-A546-7CBE-D7CFFEFAF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/>
              <a:t>Slide 1 – Why Bitcoin Safety Is Critical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797FE3-F27C-2F3D-B43A-4B73B79274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/>
              <a:t>Bullet points:</a:t>
            </a:r>
          </a:p>
          <a:p>
            <a:r>
              <a:rPr lang="en-IN"/>
              <a:t>Bitcoin = irreversible transactions (no “undo”, no bank help)</a:t>
            </a:r>
          </a:p>
          <a:p>
            <a:r>
              <a:rPr lang="en-IN"/>
              <a:t>If hacked or scammed, money is gone permanently</a:t>
            </a:r>
          </a:p>
          <a:p>
            <a:r>
              <a:rPr lang="en-IN"/>
              <a:t>“All my money” = extra high protection required</a:t>
            </a:r>
          </a:p>
          <a:p>
            <a:r>
              <a:rPr lang="en-IN"/>
              <a:t>Goal: treat Bitcoin like a digital locker with multiple locks</a:t>
            </a:r>
          </a:p>
        </p:txBody>
      </p:sp>
    </p:spTree>
    <p:extLst>
      <p:ext uri="{BB962C8B-B14F-4D97-AF65-F5344CB8AC3E}">
        <p14:creationId xmlns:p14="http://schemas.microsoft.com/office/powerpoint/2010/main" val="12627108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301F76-4384-8F76-3590-8E24F907AA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/>
              <a:t>Slide 2 – Golden Rule: Never Keep Everything in One Place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95156A-BDB1-0E15-9CD8-FDD145589C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/>
              <a:t>Bullet points:</a:t>
            </a:r>
          </a:p>
          <a:p>
            <a:r>
              <a:rPr lang="en-IN"/>
              <a:t>Do not store 100% of wealth in a single wallet or single exchange</a:t>
            </a:r>
          </a:p>
          <a:p>
            <a:r>
              <a:rPr lang="en-IN"/>
              <a:t>Separate:</a:t>
            </a:r>
          </a:p>
          <a:p>
            <a:r>
              <a:rPr lang="en-IN"/>
              <a:t>Long-term savings (cold storage)</a:t>
            </a:r>
          </a:p>
          <a:p>
            <a:r>
              <a:rPr lang="en-IN"/>
              <a:t>Small daily-use amount (hot wallet)</a:t>
            </a:r>
          </a:p>
          <a:p>
            <a:r>
              <a:rPr lang="en-IN"/>
              <a:t>If one layer is compromised, you don’t lose everything</a:t>
            </a:r>
          </a:p>
          <a:p>
            <a:r>
              <a:rPr lang="en-IN"/>
              <a:t>Diversification = safety for future</a:t>
            </a:r>
          </a:p>
        </p:txBody>
      </p:sp>
    </p:spTree>
    <p:extLst>
      <p:ext uri="{BB962C8B-B14F-4D97-AF65-F5344CB8AC3E}">
        <p14:creationId xmlns:p14="http://schemas.microsoft.com/office/powerpoint/2010/main" val="23670178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B0EC62-02D5-8E58-5B20-1F53C18AE8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/>
              <a:t>Slide 3 – Wallet Types (Simple View)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8B248D-3B9A-D4EA-CD91-A39592B99B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/>
              <a:t>Bullet points:</a:t>
            </a:r>
          </a:p>
          <a:p>
            <a:r>
              <a:rPr lang="en-IN"/>
              <a:t>Hot wallet (mobile/app/web):</a:t>
            </a:r>
          </a:p>
          <a:p>
            <a:r>
              <a:rPr lang="en-IN"/>
              <a:t>Easy to use, connected to internet</a:t>
            </a:r>
          </a:p>
          <a:p>
            <a:r>
              <a:rPr lang="en-IN"/>
              <a:t>Higher risk, suitable only for small amounts</a:t>
            </a:r>
          </a:p>
          <a:p>
            <a:r>
              <a:rPr lang="en-IN"/>
              <a:t>Cold wallet (hardware/paper/air-gapped):</a:t>
            </a:r>
          </a:p>
          <a:p>
            <a:r>
              <a:rPr lang="en-IN"/>
              <a:t>Offline, strong against online attacks</a:t>
            </a:r>
          </a:p>
          <a:p>
            <a:r>
              <a:rPr lang="en-IN"/>
              <a:t>Best for large or long-term holdings</a:t>
            </a:r>
          </a:p>
          <a:p>
            <a:r>
              <a:rPr lang="en-IN"/>
              <a:t>Rule: Big money → cold; small money → hot</a:t>
            </a:r>
          </a:p>
        </p:txBody>
      </p:sp>
    </p:spTree>
    <p:extLst>
      <p:ext uri="{BB962C8B-B14F-4D97-AF65-F5344CB8AC3E}">
        <p14:creationId xmlns:p14="http://schemas.microsoft.com/office/powerpoint/2010/main" val="33175391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8DBD41-59DC-094E-B24A-FA53A2D990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/>
              <a:t>Slide 4 – Seed Phrase = Master Key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533F04-7D47-2035-DA7B-5B73C95982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/>
              <a:t>Bullet points:</a:t>
            </a:r>
          </a:p>
          <a:p>
            <a:r>
              <a:rPr lang="en-IN"/>
              <a:t>Seed phrase / recovery phrase = complete control of your Bitcoin</a:t>
            </a:r>
          </a:p>
          <a:p>
            <a:r>
              <a:rPr lang="en-IN"/>
              <a:t>Anyone with it can move all coins, without password/OTP</a:t>
            </a:r>
          </a:p>
          <a:p>
            <a:r>
              <a:rPr lang="en-IN"/>
              <a:t>Never type seed phrase in random websites or apps</a:t>
            </a:r>
          </a:p>
          <a:p>
            <a:r>
              <a:rPr lang="en-IN"/>
              <a:t>Never share seed phrase via WhatsApp, email, screenshot, photo</a:t>
            </a:r>
          </a:p>
        </p:txBody>
      </p:sp>
    </p:spTree>
    <p:extLst>
      <p:ext uri="{BB962C8B-B14F-4D97-AF65-F5344CB8AC3E}">
        <p14:creationId xmlns:p14="http://schemas.microsoft.com/office/powerpoint/2010/main" val="35031350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4E1A68-A8EE-20D4-5B41-F932353A39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/>
              <a:t>Slide 5 – Seed Phrase Storage Rules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3EE017-CAD7-F003-7F76-94E3BD89DE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/>
              <a:t>Bullet points:</a:t>
            </a:r>
          </a:p>
          <a:p>
            <a:r>
              <a:rPr lang="en-IN"/>
              <a:t>Write on paper; keep in 2–3 secure physical locations</a:t>
            </a:r>
          </a:p>
          <a:p>
            <a:r>
              <a:rPr lang="en-IN"/>
              <a:t>Do not store in phone gallery, notes app, or cloud as plain text</a:t>
            </a:r>
          </a:p>
          <a:p>
            <a:r>
              <a:rPr lang="en-IN"/>
              <a:t>Avoid clicking photos or scanning to unsecured cloud</a:t>
            </a:r>
          </a:p>
          <a:p>
            <a:r>
              <a:rPr lang="en-IN"/>
              <a:t>Option: metal backup (fire/water resistant) for very long-term</a:t>
            </a:r>
          </a:p>
        </p:txBody>
      </p:sp>
    </p:spTree>
    <p:extLst>
      <p:ext uri="{BB962C8B-B14F-4D97-AF65-F5344CB8AC3E}">
        <p14:creationId xmlns:p14="http://schemas.microsoft.com/office/powerpoint/2010/main" val="16742303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419C6E-B677-FAB3-E43B-2B9CCB0CE4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/>
              <a:t>Slide 6 – Exchange Safety (If You Use Exchanges)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7A65B1-F0FF-61DB-040E-ACDA414F56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/>
              <a:t>Bullet points:</a:t>
            </a:r>
          </a:p>
          <a:p>
            <a:r>
              <a:rPr lang="en-IN"/>
              <a:t>Use only regulated, reputed exchanges with strong KYC and security</a:t>
            </a:r>
          </a:p>
          <a:p>
            <a:r>
              <a:rPr lang="en-IN"/>
              <a:t>Turn on:</a:t>
            </a:r>
          </a:p>
          <a:p>
            <a:r>
              <a:rPr lang="en-IN"/>
              <a:t>Strong unique password</a:t>
            </a:r>
          </a:p>
          <a:p>
            <a:r>
              <a:rPr lang="en-IN"/>
              <a:t>2FA with authenticator app (not only SMS)</a:t>
            </a:r>
          </a:p>
          <a:p>
            <a:r>
              <a:rPr lang="en-IN"/>
              <a:t>Regularly check login activity and connected devices</a:t>
            </a:r>
          </a:p>
          <a:p>
            <a:r>
              <a:rPr lang="en-IN"/>
              <a:t>Keep only trading amount on exchange, rest in your own wallet</a:t>
            </a:r>
          </a:p>
        </p:txBody>
      </p:sp>
    </p:spTree>
    <p:extLst>
      <p:ext uri="{BB962C8B-B14F-4D97-AF65-F5344CB8AC3E}">
        <p14:creationId xmlns:p14="http://schemas.microsoft.com/office/powerpoint/2010/main" val="302160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940B18-258B-D742-9079-4FECC9B597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/>
              <a:t>Slide 7 – Device and Network Security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B4F7C5-8682-48BC-AD0E-7C653899F0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/>
              <a:t>Bullet points:</a:t>
            </a:r>
          </a:p>
          <a:p>
            <a:r>
              <a:rPr lang="en-IN"/>
              <a:t>iPhone / computer fully updated (OS + apps)</a:t>
            </a:r>
          </a:p>
          <a:p>
            <a:r>
              <a:rPr lang="en-IN"/>
              <a:t>Use device passcode + Face ID/Touch ID</a:t>
            </a:r>
          </a:p>
          <a:p>
            <a:r>
              <a:rPr lang="en-IN"/>
              <a:t>Do not trade or log in on public Wi-Fi or public computers</a:t>
            </a:r>
          </a:p>
          <a:p>
            <a:r>
              <a:rPr lang="en-IN"/>
              <a:t>Turn off screen recording for sensitive apps if possible</a:t>
            </a:r>
          </a:p>
          <a:p>
            <a:r>
              <a:rPr lang="en-IN"/>
              <a:t>Use only official apps from official app stores</a:t>
            </a:r>
          </a:p>
        </p:txBody>
      </p:sp>
    </p:spTree>
    <p:extLst>
      <p:ext uri="{BB962C8B-B14F-4D97-AF65-F5344CB8AC3E}">
        <p14:creationId xmlns:p14="http://schemas.microsoft.com/office/powerpoint/2010/main" val="27914055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11DD13-8962-5A5B-F511-4AC8596426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/>
              <a:t>Slide 8 – Scam and Phishing Protection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EBCF87-8D5D-20BC-1E56-2F8298B15D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/>
              <a:t>Bullet points:</a:t>
            </a:r>
          </a:p>
          <a:p>
            <a:r>
              <a:rPr lang="en-IN"/>
              <a:t>No one legitimate will ask for seed phrase or private key</a:t>
            </a:r>
          </a:p>
          <a:p>
            <a:r>
              <a:rPr lang="en-IN"/>
              <a:t>Ignore messages promising high returns, “guaranteed profit”, recovery fees</a:t>
            </a:r>
          </a:p>
          <a:p>
            <a:r>
              <a:rPr lang="en-IN"/>
              <a:t>Always check website URL carefully before login</a:t>
            </a:r>
          </a:p>
          <a:p>
            <a:r>
              <a:rPr lang="en-IN"/>
              <a:t>Do not click crypto links from random SMS/Telegram/Instagram</a:t>
            </a:r>
          </a:p>
          <a:p>
            <a:r>
              <a:rPr lang="en-IN"/>
              <a:t>If rushed or pressured → stop immediately</a:t>
            </a:r>
          </a:p>
        </p:txBody>
      </p:sp>
    </p:spTree>
    <p:extLst>
      <p:ext uri="{BB962C8B-B14F-4D97-AF65-F5344CB8AC3E}">
        <p14:creationId xmlns:p14="http://schemas.microsoft.com/office/powerpoint/2010/main" val="25596973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D650F7-073E-8C71-36EB-8CC279A911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/>
              <a:t>Slide 9 – Withdrawal and Transfer Safety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5F82AC-9D20-640F-3AAD-F9BD2F8D4B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/>
              <a:t>Bullet points:</a:t>
            </a:r>
          </a:p>
          <a:p>
            <a:r>
              <a:rPr lang="en-IN"/>
              <a:t>Always test with a small transaction first before sending large amount</a:t>
            </a:r>
          </a:p>
          <a:p>
            <a:r>
              <a:rPr lang="en-IN"/>
              <a:t>Double-check:</a:t>
            </a:r>
          </a:p>
          <a:p>
            <a:r>
              <a:rPr lang="en-IN"/>
              <a:t>Wallet address</a:t>
            </a:r>
          </a:p>
          <a:p>
            <a:r>
              <a:rPr lang="en-IN"/>
              <a:t>Network (BTC vs other chains)</a:t>
            </a:r>
          </a:p>
          <a:p>
            <a:r>
              <a:rPr lang="en-IN"/>
              <a:t>Fees and confirmation time</a:t>
            </a:r>
          </a:p>
          <a:p>
            <a:r>
              <a:rPr lang="en-IN"/>
              <a:t>Never copy address from screenshots or unverified sources</a:t>
            </a:r>
          </a:p>
          <a:p>
            <a:r>
              <a:rPr lang="en-IN"/>
              <a:t>After big transfer, verify balance, then lock devices</a:t>
            </a:r>
          </a:p>
        </p:txBody>
      </p:sp>
    </p:spTree>
    <p:extLst>
      <p:ext uri="{BB962C8B-B14F-4D97-AF65-F5344CB8AC3E}">
        <p14:creationId xmlns:p14="http://schemas.microsoft.com/office/powerpoint/2010/main" val="27600850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5979F9-71B0-641B-7369-6BBF60D441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/>
              <a:t>Slide 10 – Backup and Inheritance Plan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0A72E9-1130-56F2-1A34-1C084FD7EB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/>
              <a:t>Bullet points:</a:t>
            </a:r>
          </a:p>
          <a:p>
            <a:r>
              <a:rPr lang="en-IN"/>
              <a:t>Plan: if something happens to you, how will trusted person access funds?</a:t>
            </a:r>
          </a:p>
          <a:p>
            <a:r>
              <a:rPr lang="en-IN"/>
              <a:t>Keep clear but secure written instructions (no passwords, only process)</a:t>
            </a:r>
          </a:p>
          <a:p>
            <a:r>
              <a:rPr lang="en-IN"/>
              <a:t>Store locations of seed phrases and hardware wallets safely</a:t>
            </a:r>
          </a:p>
          <a:p>
            <a:r>
              <a:rPr lang="en-IN"/>
              <a:t>Avoid confusion: label but keep details coded/secure</a:t>
            </a:r>
          </a:p>
        </p:txBody>
      </p:sp>
    </p:spTree>
    <p:extLst>
      <p:ext uri="{BB962C8B-B14F-4D97-AF65-F5344CB8AC3E}">
        <p14:creationId xmlns:p14="http://schemas.microsoft.com/office/powerpoint/2010/main" val="2506745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54DE9A-1316-74F3-F89A-E602267BDE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/>
              <a:t>Slide 11 – Personal Rules for “All My Money”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3A77A2-7113-2FDE-267A-505A552A98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/>
              <a:t>Bullet points:</a:t>
            </a:r>
          </a:p>
          <a:p>
            <a:r>
              <a:rPr lang="en-IN"/>
              <a:t>I will never keep life-critical money only in one risky setup</a:t>
            </a:r>
          </a:p>
          <a:p>
            <a:r>
              <a:rPr lang="en-IN"/>
              <a:t>I will review my Bitcoin safety once every month</a:t>
            </a:r>
          </a:p>
          <a:p>
            <a:r>
              <a:rPr lang="en-IN"/>
              <a:t>Before any big move, I will pause, recheck, and confirm</a:t>
            </a:r>
          </a:p>
          <a:p>
            <a:r>
              <a:rPr lang="en-IN"/>
              <a:t>If I don’t understand a step, I will not do it</a:t>
            </a:r>
          </a:p>
        </p:txBody>
      </p:sp>
    </p:spTree>
    <p:extLst>
      <p:ext uri="{BB962C8B-B14F-4D97-AF65-F5344CB8AC3E}">
        <p14:creationId xmlns:p14="http://schemas.microsoft.com/office/powerpoint/2010/main" val="38053314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408272-A8AA-F8D1-C9C2-2F2B55005D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/>
              <a:t>Slide 12 – Final Message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CB6F95-5E32-685D-7FBF-6A4786B649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/>
              <a:t>Bullet points:</a:t>
            </a:r>
          </a:p>
          <a:p>
            <a:r>
              <a:rPr lang="en-IN"/>
              <a:t>Bitcoin power is strong, but so is risk</a:t>
            </a:r>
          </a:p>
          <a:p>
            <a:r>
              <a:rPr lang="en-IN"/>
              <a:t>Protection of savings is more important than quick profit</a:t>
            </a:r>
          </a:p>
          <a:p>
            <a:r>
              <a:rPr lang="en-IN"/>
              <a:t>My rule: No seed sharing, no rush, no blind trust</a:t>
            </a:r>
          </a:p>
          <a:p>
            <a:r>
              <a:rPr lang="en-IN"/>
              <a:t>Strong Bitcoin safety = strong future money protection</a:t>
            </a:r>
          </a:p>
        </p:txBody>
      </p:sp>
    </p:spTree>
    <p:extLst>
      <p:ext uri="{BB962C8B-B14F-4D97-AF65-F5344CB8AC3E}">
        <p14:creationId xmlns:p14="http://schemas.microsoft.com/office/powerpoint/2010/main" val="39516325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13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Office Theme</vt:lpstr>
      <vt:lpstr>Presentation Name (Main Title)Protecting My Bitcoin – Strong Money Safety Plan</vt:lpstr>
      <vt:lpstr>Slide 1 – Why Bitcoin Safety Is Critical</vt:lpstr>
      <vt:lpstr>Slide 2 – Golden Rule: Never Keep Everything in One Place</vt:lpstr>
      <vt:lpstr>Slide 3 – Wallet Types (Simple View)</vt:lpstr>
      <vt:lpstr>Slide 4 – Seed Phrase = Master Key</vt:lpstr>
      <vt:lpstr>Slide 5 – Seed Phrase Storage Rules</vt:lpstr>
      <vt:lpstr>Slide 6 – Exchange Safety (If You Use Exchanges)</vt:lpstr>
      <vt:lpstr>Slide 7 – Device and Network Security</vt:lpstr>
      <vt:lpstr>Slide 8 – Scam and Phishing Protection</vt:lpstr>
      <vt:lpstr>Slide 9 – Withdrawal and Transfer Safety</vt:lpstr>
      <vt:lpstr>Slide 10 – Backup and Inheritance Plan</vt:lpstr>
      <vt:lpstr>Slide 11 – Personal Rules for “All My Money”</vt:lpstr>
      <vt:lpstr>Slide 12 – Final Message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Name (Main Title)Protecting My Bitcoin – Strong Money Safety Plan</dc:title>
  <dc:creator>Amit Singh</dc:creator>
  <cp:lastModifiedBy>Amit Singh</cp:lastModifiedBy>
  <cp:revision>1</cp:revision>
  <dcterms:created xsi:type="dcterms:W3CDTF">2025-11-19T15:35:47Z</dcterms:created>
  <dcterms:modified xsi:type="dcterms:W3CDTF">2025-11-19T15:42:37Z</dcterms:modified>
</cp:coreProperties>
</file>