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Amit ❤️ India-Focused: Bharat’s AI Revolution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+ भारत = आत्मनिर्भर और सशक्त राष्ट्र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Democratize AI for every Indian</a:t>
            </a:r>
          </a:p>
          <a:p>
            <a:r>
              <a:t>Local languages, culture &amp; affordability</a:t>
            </a:r>
          </a:p>
          <a:p>
            <a:r>
              <a:t>Daily affirmations + productivity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Ecosystem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IndiaAI Mission (indiaai.gov.in)</a:t>
            </a:r>
          </a:p>
          <a:p>
            <a:r>
              <a:t>Sarvam AI (sarvam.ai)</a:t>
            </a:r>
          </a:p>
          <a:p>
            <a:r>
              <a:t>AI4Bharat (IIT Madras)</a:t>
            </a:r>
          </a:p>
          <a:p>
            <a:r>
              <a:t>Bhashini</a:t>
            </a:r>
          </a:p>
          <a:p>
            <a:r>
              <a:t>Wadhwani AI</a:t>
            </a:r>
          </a:p>
          <a:p>
            <a:r>
              <a:t>C-DAC, Neysa, Haptik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Sector Empowerment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Education: Personalized AI learning</a:t>
            </a:r>
          </a:p>
          <a:p>
            <a:r>
              <a:t>Agriculture: Smart AI for farmers</a:t>
            </a:r>
          </a:p>
          <a:p>
            <a:r>
              <a:t>Healthcare: Rural diagnosis</a:t>
            </a:r>
          </a:p>
          <a:p>
            <a:r>
              <a:t>Startups: AI for MSMEs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BharatGPT integration</a:t>
            </a:r>
          </a:p>
          <a:p>
            <a:r>
              <a:t>Digital India partnerships</a:t>
            </a:r>
          </a:p>
          <a:p>
            <a:r>
              <a:t>Global AI hub by 2030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+ भारत = आत्मनिर्भर और सशक्त राष्ट्र</a:t>
            </a:r>
          </a:p>
          <a:p/>
          <a:p>
            <a:r>
              <a:t>CEO Quote: 'We are not just building technology, we are building a movement for Bharat.'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